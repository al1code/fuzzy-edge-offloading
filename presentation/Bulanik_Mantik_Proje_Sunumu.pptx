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1.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2.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3.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4.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slides/charts/chart5.xml" ContentType="application/vnd.openxmlformats-officedocument.drawingml.chart+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slides/charts/chart6.xml" ContentType="application/vnd.openxmlformats-officedocument.drawingml.chart+xml"/>
  <Override PartName="/ppt/notesSlides/notesSlide16.xml" ContentType="application/vnd.openxmlformats-officedocument.presentationml.notesSlide+xml"/>
  <Override PartName="/ppt/slides/slide17.xml" ContentType="application/vnd.openxmlformats-officedocument.presentationml.slide+xml"/>
  <Override PartName="/ppt/slides/charts/chart7.xml" ContentType="application/vnd.openxmlformats-officedocument.drawingml.chart+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866fe96a243642fa" /><Relationship Type="http://schemas.openxmlformats.org/officeDocument/2006/relationships/extended-properties" Target="/docProps/app.xml" Id="R668c1d59ccab4a55" /><Relationship Type="http://schemas.openxmlformats.org/officeDocument/2006/relationships/officeDocument" Target="/ppt/presentation.xml" Id="R24cb8456ff054497" /></Relationships>
</file>

<file path=ppt/presentation.xml><?xml version="1.0" encoding="utf-8"?>
<p:presentation xmlns:p="http://schemas.openxmlformats.org/presentationml/2006/main">
  <p:sldMasterIdLst>
    <p:sldMasterId xmlns:r="http://schemas.openxmlformats.org/officeDocument/2006/relationships" id="2147483648" r:id="R0894183b17444e48"/>
  </p:sldMasterIdLst>
  <p:notesMasterIdLst>
    <p:notesMasterId xmlns:r="http://schemas.openxmlformats.org/officeDocument/2006/relationships" r:id="R00d3c33be3ba4945"/>
  </p:notesMasterIdLst>
  <p:sldIdLst>
    <p:sldId xmlns:r="http://schemas.openxmlformats.org/officeDocument/2006/relationships" id="256" r:id="Rb0793456b05d4be7"/>
    <p:sldId xmlns:r="http://schemas.openxmlformats.org/officeDocument/2006/relationships" id="257" r:id="Rcd986238a5f74da3"/>
    <p:sldId xmlns:r="http://schemas.openxmlformats.org/officeDocument/2006/relationships" id="258" r:id="R3e103ba3d4e44a88"/>
    <p:sldId xmlns:r="http://schemas.openxmlformats.org/officeDocument/2006/relationships" id="259" r:id="R5112aad70eb84521"/>
    <p:sldId xmlns:r="http://schemas.openxmlformats.org/officeDocument/2006/relationships" id="260" r:id="R5f0da16acc184793"/>
    <p:sldId xmlns:r="http://schemas.openxmlformats.org/officeDocument/2006/relationships" id="261" r:id="R896a4009c20a4993"/>
    <p:sldId xmlns:r="http://schemas.openxmlformats.org/officeDocument/2006/relationships" id="262" r:id="Rf99b0829691240bb"/>
    <p:sldId xmlns:r="http://schemas.openxmlformats.org/officeDocument/2006/relationships" id="263" r:id="R0b7ea63a6ca74ed7"/>
    <p:sldId xmlns:r="http://schemas.openxmlformats.org/officeDocument/2006/relationships" id="264" r:id="R64433851bf56458b"/>
    <p:sldId xmlns:r="http://schemas.openxmlformats.org/officeDocument/2006/relationships" id="265" r:id="R01227c587a8046b2"/>
    <p:sldId xmlns:r="http://schemas.openxmlformats.org/officeDocument/2006/relationships" id="266" r:id="R3f81f92bef4549d2"/>
    <p:sldId xmlns:r="http://schemas.openxmlformats.org/officeDocument/2006/relationships" id="267" r:id="R014d6b4f3a044be0"/>
    <p:sldId xmlns:r="http://schemas.openxmlformats.org/officeDocument/2006/relationships" id="268" r:id="R14836d6775bb429b"/>
    <p:sldId xmlns:r="http://schemas.openxmlformats.org/officeDocument/2006/relationships" id="269" r:id="Rc7dd918de4ef4848"/>
    <p:sldId xmlns:r="http://schemas.openxmlformats.org/officeDocument/2006/relationships" id="270" r:id="R291216fc794740cb"/>
    <p:sldId xmlns:r="http://schemas.openxmlformats.org/officeDocument/2006/relationships" id="271" r:id="Rb94ee51eb79d4ab0"/>
    <p:sldId xmlns:r="http://schemas.openxmlformats.org/officeDocument/2006/relationships" id="272" r:id="Rb0c18b66ee084342"/>
    <p:sldId xmlns:r="http://schemas.openxmlformats.org/officeDocument/2006/relationships" id="273" r:id="R9ea8c5ee40bb481d"/>
    <p:sldId xmlns:r="http://schemas.openxmlformats.org/officeDocument/2006/relationships" id="274" r:id="Rf5dc03fe1cf44082"/>
    <p:sldId xmlns:r="http://schemas.openxmlformats.org/officeDocument/2006/relationships" id="275" r:id="Ra24e2604d321430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90f3dd5ca1c41d1" /><Relationship Type="http://schemas.openxmlformats.org/officeDocument/2006/relationships/slideMaster" Target="/ppt/slideMasters/slideMaster1.xml" Id="R0894183b17444e48" /><Relationship Type="http://schemas.openxmlformats.org/officeDocument/2006/relationships/notesMaster" Target="/ppt/notesMasters/notesMaster1.xml" Id="R00d3c33be3ba4945" /><Relationship Type="http://schemas.openxmlformats.org/officeDocument/2006/relationships/presProps" Target="/ppt/presProps.xml" Id="R00afac33fbdb4104" /><Relationship Type="http://schemas.openxmlformats.org/officeDocument/2006/relationships/tableStyles" Target="/ppt/tableStyles.xml" Id="R727af85996234196" /><Relationship Type="http://schemas.openxmlformats.org/officeDocument/2006/relationships/slide" Target="/ppt/slides/slide1.xml" Id="Rb0793456b05d4be7" /><Relationship Type="http://schemas.openxmlformats.org/officeDocument/2006/relationships/slide" Target="/ppt/slides/slide2.xml" Id="Rcd986238a5f74da3" /><Relationship Type="http://schemas.openxmlformats.org/officeDocument/2006/relationships/slide" Target="/ppt/slides/slide3.xml" Id="R3e103ba3d4e44a88" /><Relationship Type="http://schemas.openxmlformats.org/officeDocument/2006/relationships/slide" Target="/ppt/slides/slide4.xml" Id="R5112aad70eb84521" /><Relationship Type="http://schemas.openxmlformats.org/officeDocument/2006/relationships/slide" Target="/ppt/slides/slide5.xml" Id="R5f0da16acc184793" /><Relationship Type="http://schemas.openxmlformats.org/officeDocument/2006/relationships/slide" Target="/ppt/slides/slide6.xml" Id="R896a4009c20a4993" /><Relationship Type="http://schemas.openxmlformats.org/officeDocument/2006/relationships/slide" Target="/ppt/slides/slide7.xml" Id="Rf99b0829691240bb" /><Relationship Type="http://schemas.openxmlformats.org/officeDocument/2006/relationships/slide" Target="/ppt/slides/slide8.xml" Id="R0b7ea63a6ca74ed7" /><Relationship Type="http://schemas.openxmlformats.org/officeDocument/2006/relationships/slide" Target="/ppt/slides/slide9.xml" Id="R64433851bf56458b" /><Relationship Type="http://schemas.openxmlformats.org/officeDocument/2006/relationships/slide" Target="/ppt/slides/slide10.xml" Id="R01227c587a8046b2" /><Relationship Type="http://schemas.openxmlformats.org/officeDocument/2006/relationships/slide" Target="/ppt/slides/slide11.xml" Id="R3f81f92bef4549d2" /><Relationship Type="http://schemas.openxmlformats.org/officeDocument/2006/relationships/slide" Target="/ppt/slides/slide12.xml" Id="R014d6b4f3a044be0" /><Relationship Type="http://schemas.openxmlformats.org/officeDocument/2006/relationships/slide" Target="/ppt/slides/slide13.xml" Id="R14836d6775bb429b" /><Relationship Type="http://schemas.openxmlformats.org/officeDocument/2006/relationships/slide" Target="/ppt/slides/slide14.xml" Id="Rc7dd918de4ef4848" /><Relationship Type="http://schemas.openxmlformats.org/officeDocument/2006/relationships/slide" Target="/ppt/slides/slide15.xml" Id="R291216fc794740cb" /><Relationship Type="http://schemas.openxmlformats.org/officeDocument/2006/relationships/slide" Target="/ppt/slides/slide16.xml" Id="Rb94ee51eb79d4ab0" /><Relationship Type="http://schemas.openxmlformats.org/officeDocument/2006/relationships/slide" Target="/ppt/slides/slide17.xml" Id="Rb0c18b66ee084342" /><Relationship Type="http://schemas.openxmlformats.org/officeDocument/2006/relationships/slide" Target="/ppt/slides/slide18.xml" Id="R9ea8c5ee40bb481d" /><Relationship Type="http://schemas.openxmlformats.org/officeDocument/2006/relationships/slide" Target="/ppt/slides/slide19.xml" Id="Rf5dc03fe1cf44082" /><Relationship Type="http://schemas.openxmlformats.org/officeDocument/2006/relationships/slide" Target="/ppt/slides/slide20.xml" Id="Ra24e2604d321430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4ada6079dca4bf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Segoe UI"/>
        <a:ea typeface=""/>
        <a:cs typeface=""/>
      </a:majorFont>
      <a:minorFont>
        <a:latin typeface="Segoe UI"/>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bdcce4d171f4f50" /><Relationship Type="http://schemas.openxmlformats.org/officeDocument/2006/relationships/notesMaster" Target="/ppt/notesMasters/notesMaster1.xml" Id="R28c1af92d1fa4a5b" /></Relationships>
</file>

<file path=ppt/notesSlides/_rels/notesSlide2.xml.rels>&#65279;<?xml version="1.0" encoding="utf-8"?><Relationships xmlns="http://schemas.openxmlformats.org/package/2006/relationships"><Relationship Type="http://schemas.openxmlformats.org/officeDocument/2006/relationships/slide" Target="/ppt/slides/slide2.xml" Id="R206a39d9e3b34b1f" /><Relationship Type="http://schemas.openxmlformats.org/officeDocument/2006/relationships/notesMaster" Target="/ppt/notesMasters/notesMaster1.xml" Id="R1d66303ac4744160" /></Relationships>
</file>

<file path=ppt/notesSlides/_rels/notesSlide3.xml.rels>&#65279;<?xml version="1.0" encoding="utf-8"?><Relationships xmlns="http://schemas.openxmlformats.org/package/2006/relationships"><Relationship Type="http://schemas.openxmlformats.org/officeDocument/2006/relationships/slide" Target="/ppt/slides/slide3.xml" Id="Rb3088cd95d764f47" /><Relationship Type="http://schemas.openxmlformats.org/officeDocument/2006/relationships/notesMaster" Target="/ppt/notesMasters/notesMaster1.xml" Id="Rf356f40c4ba745f1" /></Relationships>
</file>

<file path=ppt/notesSlides/_rels/notesSlide4.xml.rels>&#65279;<?xml version="1.0" encoding="utf-8"?><Relationships xmlns="http://schemas.openxmlformats.org/package/2006/relationships"><Relationship Type="http://schemas.openxmlformats.org/officeDocument/2006/relationships/slide" Target="/ppt/slides/slide4.xml" Id="R6b9ae5be193f414e" /><Relationship Type="http://schemas.openxmlformats.org/officeDocument/2006/relationships/notesMaster" Target="/ppt/notesMasters/notesMaster1.xml" Id="Raed334fe5bcd4080" /></Relationships>
</file>

<file path=ppt/notesSlides/_rels/notesSlide5.xml.rels>&#65279;<?xml version="1.0" encoding="utf-8"?><Relationships xmlns="http://schemas.openxmlformats.org/package/2006/relationships"><Relationship Type="http://schemas.openxmlformats.org/officeDocument/2006/relationships/slide" Target="/ppt/slides/slide5.xml" Id="Rc7141c84526f480c" /><Relationship Type="http://schemas.openxmlformats.org/officeDocument/2006/relationships/notesMaster" Target="/ppt/notesMasters/notesMaster1.xml" Id="Rf1cfe2cabe4b474b" /></Relationships>
</file>

<file path=ppt/notesSlides/_rels/notesSlide6.xml.rels>&#65279;<?xml version="1.0" encoding="utf-8"?><Relationships xmlns="http://schemas.openxmlformats.org/package/2006/relationships"><Relationship Type="http://schemas.openxmlformats.org/officeDocument/2006/relationships/slide" Target="/ppt/slides/slide6.xml" Id="Ra03c693fd6cd4956" /><Relationship Type="http://schemas.openxmlformats.org/officeDocument/2006/relationships/notesMaster" Target="/ppt/notesMasters/notesMaster1.xml" Id="Rda32c3bce6c24e26" /></Relationships>
</file>

<file path=ppt/notesSlides/_rels/notesSlide7.xml.rels>&#65279;<?xml version="1.0" encoding="utf-8"?><Relationships xmlns="http://schemas.openxmlformats.org/package/2006/relationships"><Relationship Type="http://schemas.openxmlformats.org/officeDocument/2006/relationships/slide" Target="/ppt/slides/slide7.xml" Id="R7a0159d42f664474" /><Relationship Type="http://schemas.openxmlformats.org/officeDocument/2006/relationships/notesMaster" Target="/ppt/notesMasters/notesMaster1.xml" Id="R89c01b012bd6490d" /></Relationships>
</file>

<file path=ppt/notesSlides/_rels/notesSlide8.xml.rels>&#65279;<?xml version="1.0" encoding="utf-8"?><Relationships xmlns="http://schemas.openxmlformats.org/package/2006/relationships"><Relationship Type="http://schemas.openxmlformats.org/officeDocument/2006/relationships/slide" Target="/ppt/slides/slide8.xml" Id="Rf2157939fe954e58" /><Relationship Type="http://schemas.openxmlformats.org/officeDocument/2006/relationships/notesMaster" Target="/ppt/notesMasters/notesMaster1.xml" Id="Rc6044b61b3bf443b" /></Relationships>
</file>

<file path=ppt/notesSlides/_rels/notesSlide9.xml.rels>&#65279;<?xml version="1.0" encoding="utf-8"?><Relationships xmlns="http://schemas.openxmlformats.org/package/2006/relationships"><Relationship Type="http://schemas.openxmlformats.org/officeDocument/2006/relationships/slide" Target="/ppt/slides/slide9.xml" Id="R9132220389be4883" /><Relationship Type="http://schemas.openxmlformats.org/officeDocument/2006/relationships/notesMaster" Target="/ppt/notesMasters/notesMaster1.xml" Id="Rd0152ccaff954f1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95d65cbfaaf4f6a" /><Relationship Type="http://schemas.openxmlformats.org/officeDocument/2006/relationships/notesMaster" Target="/ppt/notesMasters/notesMaster1.xml" Id="R08aabde275e541af"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88ea6939c77e4ee5" /><Relationship Type="http://schemas.openxmlformats.org/officeDocument/2006/relationships/notesMaster" Target="/ppt/notesMasters/notesMaster1.xml" Id="Raf9fcd9fb0c447ed"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78da3a9d308c4c42" /><Relationship Type="http://schemas.openxmlformats.org/officeDocument/2006/relationships/notesMaster" Target="/ppt/notesMasters/notesMaster1.xml" Id="R17f362e500b64d0f"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383d2e4304eb4d0f" /><Relationship Type="http://schemas.openxmlformats.org/officeDocument/2006/relationships/notesMaster" Target="/ppt/notesMasters/notesMaster1.xml" Id="Rf04b268a0e394d98"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2e4937ab3bf44646" /><Relationship Type="http://schemas.openxmlformats.org/officeDocument/2006/relationships/notesMaster" Target="/ppt/notesMasters/notesMaster1.xml" Id="R700acf304ef2450d"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500d5959b0444a55" /><Relationship Type="http://schemas.openxmlformats.org/officeDocument/2006/relationships/notesMaster" Target="/ppt/notesMasters/notesMaster1.xml" Id="R23e676912ecb4903"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9d46aaf8348d42df" /><Relationship Type="http://schemas.openxmlformats.org/officeDocument/2006/relationships/notesMaster" Target="/ppt/notesMasters/notesMaster1.xml" Id="R4e45295b4dcb43c6"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42ec4a1ca22244a3" /><Relationship Type="http://schemas.openxmlformats.org/officeDocument/2006/relationships/notesMaster" Target="/ppt/notesMasters/notesMaster1.xml" Id="R8adae7c0f87a4a41"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4a2569d8abb24b92" /><Relationship Type="http://schemas.openxmlformats.org/officeDocument/2006/relationships/notesMaster" Target="/ppt/notesMasters/notesMaster1.xml" Id="R9a9ff03e9a814bc6"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345f5516910b48cc" /><Relationship Type="http://schemas.openxmlformats.org/officeDocument/2006/relationships/notesMaster" Target="/ppt/notesMasters/notesMaster1.xml" Id="Rbc49319cefad4551"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326307205d44439a" /><Relationship Type="http://schemas.openxmlformats.org/officeDocument/2006/relationships/notesMaster" Target="/ppt/notesMasters/notesMaster1.xml" Id="R6a0106450826478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 projede bir fabrika cihazının hesaplama işini kendi üzerinde mi, yoksa yakınındaki sunucularda mı yapmasının daha uygun olduğunu araştırdım. Karar yalnız hızla ilgili değil. Veriyi göndermenin bir süresi, modelde bir güvenlik maliyeti ve sunucular üzerinde oluşturduğu yük var. Referans makalenin temel yöntemini Python ile uyguladım. Ardından görevlerin gönderim oranını sınırlayan bir Mamdani denetleyicisi ve oran hesabını hızlandıran analitik bir çözüm ekledim. Birazdan önce bu kararın günlük anlamını, sonra programın nasıl karar verdiğini ve deneylerde gerçekte ne elde ettiğimi göstereceğim.</a:t>
            </a:r>
          </a:p>
          <a:p xmlns:a="http://schemas.openxmlformats.org/drawingml/2006/main">
            <a:r>
              <a:t/>
            </a:r>
          </a:p>
          <a:p xmlns:a="http://schemas.openxmlformats.org/drawingml/2006/main">
            <a:r>
              <a:t>Göster: Yalnız proje başlığı, alt konu, isim ve öğrenci numarası bulunan sade kapağı göster.</a:t>
            </a:r>
          </a:p>
          <a:p xmlns:a="http://schemas.openxmlformats.org/drawingml/2006/main">
            <a:r>
              <a:t/>
            </a:r>
          </a:p>
          <a:p xmlns:a="http://schemas.openxmlformats.org/drawingml/2006/main">
            <a:r>
              <a:t>Geçiş: Önce bu kararın verildiği ortamı somutlaştıralım.</a:t>
            </a:r>
          </a:p>
          <a:p xmlns:a="http://schemas.openxmlformats.org/drawingml/2006/main">
            <a:r>
              <a:t/>
            </a:r>
          </a:p>
          <a:p xmlns:a="http://schemas.openxmlformats.org/drawingml/2006/main">
            <a:r>
              <a:t>Hatırla: Uygulama, görev aktarma kararını model üzerinde hesaplayan bir simülasyondur.</a:t>
            </a:r>
          </a:p>
          <a:p xmlns:a="http://schemas.openxmlformats.org/drawingml/2006/main">
            <a:r>
              <a:t/>
            </a:r>
          </a:p>
          <a:p xmlns:a="http://schemas.openxmlformats.org/drawingml/2006/main">
            <a:r>
              <a:t>Kaynaklar: report/Bulanik_Mantik_Proje_Raporu.pdf, s. 1. Kaynak kod: https://github.com/al1code/fuzzy-security-task-offloading/tree/550439c0f9552ace1ac069483005ba1fbee890d8</a:t>
            </a:r>
          </a:p>
          <a:p xmlns:a="http://schemas.openxmlformats.org/drawingml/2006/main">
            <a:r>
              <a:t>Görseller: presentation/assets/v2/Gorsel_Kaynaklari.md. Görseller kavramsaldır.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Bir üretim hattındaki cihazı düşünelim. Cihaz sürekli veri üretiyor ve bu veriler üzerinde hesaplama yapması gerekiyor. Kendi işlem gücü sınırlı olabilir. Yakındaki bir sunucu işi daha hızlı hesaplayabilir, fakat verinin oraya ulaşması da zaman alır. Ayrıca bütün cihazlar aynı sunucuyu seçerse kaynaklar yetmeyebilir. Projede bu ortamı görevler, cihaz işlem gücü, sunucu kapasitesi ve bağlantı hızlarıyla temsil ediyorum. Kenar bilişim dediğimiz yaklaşım, hesabı verinin üretildiği yere yakın sunucularda yapabilmek demek. Buradaki fabrika çizimi ortamı anlatıyor; deney verilerim programla üretilmiş sentetik girdiler.</a:t>
            </a:r>
          </a:p>
          <a:p xmlns:a="http://schemas.openxmlformats.org/drawingml/2006/main">
            <a:r>
              <a:t/>
            </a:r>
          </a:p>
          <a:p xmlns:a="http://schemas.openxmlformats.org/drawingml/2006/main">
            <a:r>
              <a:t>Göster: Solda fabrika cihazı, sağda iki yakın sunucu. Cihazdaki hesaplama işi ve bağlantılar.</a:t>
            </a:r>
          </a:p>
          <a:p xmlns:a="http://schemas.openxmlformats.org/drawingml/2006/main">
            <a:r>
              <a:t/>
            </a:r>
          </a:p>
          <a:p xmlns:a="http://schemas.openxmlformats.org/drawingml/2006/main">
            <a:r>
              <a:t>Geçiş: Bu ortamda programın her görev için iki seçim yapması gerekiyor.</a:t>
            </a:r>
          </a:p>
          <a:p xmlns:a="http://schemas.openxmlformats.org/drawingml/2006/main">
            <a:r>
              <a:t/>
            </a:r>
          </a:p>
          <a:p xmlns:a="http://schemas.openxmlformats.org/drawingml/2006/main">
            <a:r>
              <a:t>Hatırla: Kenar sunucu, verinin üretildiği yere yakın hesaplama kaynağıdır.</a:t>
            </a:r>
          </a:p>
          <a:p xmlns:a="http://schemas.openxmlformats.org/drawingml/2006/main">
            <a:r>
              <a:t/>
            </a:r>
          </a:p>
          <a:p xmlns:a="http://schemas.openxmlformats.org/drawingml/2006/main">
            <a:r>
              <a:t>Kaynaklar: report/Bulanik_Mantik_Proje_Raporu.pdf, s. 1 ve 4. Kaynak kod: https://github.com/al1code/fuzzy-security-task-offloading/tree/550439c0f9552ace1ac069483005ba1fbee890d8 Makale: https://www.nature.com/articles/s41598-024-79464-2</a:t>
            </a:r>
          </a:p>
          <a:p xmlns:a="http://schemas.openxmlformats.org/drawingml/2006/main">
            <a:r>
              <a:t>Görseller: presentation/assets/v2/Gorsel_Kaynaklari.md. Görseller kavramsaldır.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İlk seçim, görevin yerelde mi kalacağı, yoksa hangi sunucunun kullanılacağı. İkinci seçim ise işin ne kadarının gönderileceği. Modelde görev bölünebilir kabul ediliyor. Ekrandaki yüzde kırk örneğinde işin yüzde kırkı seçilen sunucuda, yüzde altmışı cihazda hesaplanıyor. Gönderim oranı sıfırsa iş tamamen yerelde kalıyor; bir ise tamamı aktarılıyor. Tek bir görev için bile farklı seçenekler var. Görev ve sunucu sayısı arttıkça olası planlar çoğalıyor. Bu nedenle program, aday planları hesaplayıp belirlediğimiz ölçülere göre uygun olanları arıyor. Çıktı, her görevin konumu ve oranından oluşan bir plan.</a:t>
            </a:r>
          </a:p>
          <a:p xmlns:a="http://schemas.openxmlformats.org/drawingml/2006/main">
            <a:r>
              <a:t/>
            </a:r>
          </a:p>
          <a:p xmlns:a="http://schemas.openxmlformats.org/drawingml/2006/main">
            <a:r>
              <a:t>Göster: Sunucu seçimi ve gönderim oranını göster. Çubuktaki %60 cihaz / %40 sunucu paylaşımını anlat.</a:t>
            </a:r>
          </a:p>
          <a:p xmlns:a="http://schemas.openxmlformats.org/drawingml/2006/main">
            <a:r>
              <a:t/>
            </a:r>
          </a:p>
          <a:p xmlns:a="http://schemas.openxmlformats.org/drawingml/2006/main">
            <a:r>
              <a:t>Geçiş: Peki bir planın diğerinden daha uygun olduğuna nasıl karar veriyoruz?</a:t>
            </a:r>
          </a:p>
          <a:p xmlns:a="http://schemas.openxmlformats.org/drawingml/2006/main">
            <a:r>
              <a:t/>
            </a:r>
          </a:p>
          <a:p xmlns:a="http://schemas.openxmlformats.org/drawingml/2006/main">
            <a:r>
              <a:t>Hatırla: Oran, bölünebilir iş payıdır. Sunucu seçimi ile gönderim oranı farklı kararlardır.</a:t>
            </a:r>
          </a:p>
          <a:p xmlns:a="http://schemas.openxmlformats.org/drawingml/2006/main">
            <a:r>
              <a:t/>
            </a:r>
          </a:p>
          <a:p xmlns:a="http://schemas.openxmlformats.org/drawingml/2006/main">
            <a:r>
              <a:t>Kaynaklar: report/Bulanik_Mantik_Proje_Raporu.pdf, s. 1 ve 4. Kaynak kod: https://github.com/al1code/fuzzy-security-task-offloading/tree/550439c0f9552ace1ac069483005ba1fbee890d8 Makale: https://www.nature.com/articles/s41598-024-79464-2</a:t>
            </a:r>
          </a:p>
          <a:p xmlns:a="http://schemas.openxmlformats.org/drawingml/2006/main">
            <a:r>
              <a:t>Görseller: presentation/assets/v2/Gorsel_Kaynaklari.md. Görseller kavramsaldır.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Planı üç ölçüyle değerlendiriyorum. Süre, görevler için hesaplanan yerel çalışma, veri iletimi ve sunucu çalışma sürelerinin toplamından geliyor. Model riski, güvenlik değerlendirmesiyle gönderilen iş oranını ilişkilendiriyor. Yük dengesi ise kaynak rezervasyonlarının sunucular arasında nasıl dağıldığına bakıyor. Saniye ve risk aynı ölçekte olmadığı için süreyi ve riski referans değerlere bölüyorum. Deneylerde bu üç parçaya eşit ağırlık verip F adını verdiğim toplam maliyeti hesapladım. F küçüldükçe seçtiğimiz tercihlere göre plan iyileşiyor. Buradaki süre görev sürelerinin toplamıdır; bütün fabrikanın gerçek bitiş anı olarak yorumlanmamalı.</a:t>
            </a:r>
          </a:p>
          <a:p xmlns:a="http://schemas.openxmlformats.org/drawingml/2006/main">
            <a:r>
              <a:t/>
            </a:r>
          </a:p>
          <a:p xmlns:a="http://schemas.openxmlformats.org/drawingml/2006/main">
            <a:r>
              <a:t>Göster: Süre, model riski ve yük dengesi satırlarını sırayla göster. Ardından alttaki ‘F = bu üç ölçünün ağırlıklı toplamı’ ifadesine işaret et.</a:t>
            </a:r>
          </a:p>
          <a:p xmlns:a="http://schemas.openxmlformats.org/drawingml/2006/main">
            <a:r>
              <a:t/>
            </a:r>
          </a:p>
          <a:p xmlns:a="http://schemas.openxmlformats.org/drawingml/2006/main">
            <a:r>
              <a:t>Geçiş: Bu değerlendirme modelini temel makaleden aldım; katkılarımı da bu yapının üzerine kurdum.</a:t>
            </a:r>
          </a:p>
          <a:p xmlns:a="http://schemas.openxmlformats.org/drawingml/2006/main">
            <a:r>
              <a:t/>
            </a:r>
          </a:p>
          <a:p xmlns:a="http://schemas.openxmlformats.org/drawingml/2006/main">
            <a:r>
              <a:t>Hatırla: F bir başarı yüzdesi değildir. Aynı koşul ve ağırlıklar altında karşılaştırılan toplam maliyettir.</a:t>
            </a:r>
          </a:p>
          <a:p xmlns:a="http://schemas.openxmlformats.org/drawingml/2006/main">
            <a:r>
              <a:t/>
            </a:r>
          </a:p>
          <a:p xmlns:a="http://schemas.openxmlformats.org/drawingml/2006/main">
            <a:r>
              <a:t>Kaynaklar: report/Bulanik_Mantik_Proje_Raporu.pdf, s. 4. Kaynak kod: https://github.com/al1code/fuzzy-security-task-offloading/tree/550439c0f9552ace1ac069483005ba1fbee890d8</a:t>
            </a:r>
          </a:p>
          <a:p xmlns:a="http://schemas.openxmlformats.org/drawingml/2006/main">
            <a:r>
              <a:t>Görseller: presentation/assets/v2/Gorsel_Kaynaklari.md. Görseller kavramsaldır.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Referansım, Jin ve arkadaşlarının 2024 yılında yayımladığı çalışma. Bu çalışma bulanık güvenlik değerlendirmesini, görev sürelerini ve yük dengesini iki katmanlı bir arama içinde birleştiriyor. Önce bu çekirdek yapıyı yeniden uyguladım. Sonra iki ayrı geliştirme denedim. Birincisi, güvenlik puanıyla değerlendirme genişliğini kullanarak her göreve gönderim üst sınırı koymak. İkincisi, sunucu seçimi sabitken oranı aramak yerine doğrudan hesaplayarak çözüm süresini azaltmak. Bu iki katkı farklı konulara odaklanıyor: biri kararın tercihlerini, diğeri hesaplama maliyetini değiştiriyor. Sonuçlarını da ayrı deneylerle karşılaştırdım.</a:t>
            </a:r>
          </a:p>
          <a:p xmlns:a="http://schemas.openxmlformats.org/drawingml/2006/main">
            <a:r>
              <a:t/>
            </a:r>
          </a:p>
          <a:p xmlns:a="http://schemas.openxmlformats.org/drawingml/2006/main">
            <a:r>
              <a:t>Göster: Soldaki güvenlik hesabı, süre/kaynak modeli ve arama zincirini sırayla açıkla. Sağda Mamdani’nin üst sınır ürettiğini ve analitik hesabın aramayı kısalttığını göster.</a:t>
            </a:r>
          </a:p>
          <a:p xmlns:a="http://schemas.openxmlformats.org/drawingml/2006/main">
            <a:r>
              <a:t/>
            </a:r>
          </a:p>
          <a:p xmlns:a="http://schemas.openxmlformats.org/drawingml/2006/main">
            <a:r>
              <a:t>Geçiş: Önce temel yöntemin kullandığı bulanık güvenlik puanını açıklayayım.</a:t>
            </a:r>
          </a:p>
          <a:p xmlns:a="http://schemas.openxmlformats.org/drawingml/2006/main">
            <a:r>
              <a:t/>
            </a:r>
          </a:p>
          <a:p xmlns:a="http://schemas.openxmlformats.org/drawingml/2006/main">
            <a:r>
              <a:t>Hatırla: Mamdani denetleyicisi projede eklenen katkıdır; BOALBFS makaledeki temel arama zinciridir.</a:t>
            </a:r>
          </a:p>
          <a:p xmlns:a="http://schemas.openxmlformats.org/drawingml/2006/main">
            <a:r>
              <a:t/>
            </a:r>
          </a:p>
          <a:p xmlns:a="http://schemas.openxmlformats.org/drawingml/2006/main">
            <a:r>
              <a:t>Kaynaklar: report/Bulanik_Mantik_Proje_Raporu.pdf, s. 2. Kaynak kod: https://github.com/al1code/fuzzy-security-task-offloading/tree/550439c0f9552ace1ac069483005ba1fbee890d8 Makale: https://www.nature.com/articles/s41598-024-79464-2</a:t>
            </a:r>
          </a:p>
          <a:p xmlns:a="http://schemas.openxmlformats.org/drawingml/2006/main">
            <a:r>
              <a:t>Görseller: presentation/assets/v2/Gorsel_Kaynaklari.md. Görseller kavramsaldır.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Bulanık mantık her çalışmada farklı bir karar üretir. Jin ve Rezaeipanah görevleri fog ve cloud ortamında yönlendirir. Lin, enerji ve süreye göre iş sırasını belirler. Rashidi ve arkadaşları arama parametrelerini ayarlar. Bu projede Mamdani sistemi güvenlik puanı ile değerlendirme genişliğini kullanarak bir görevin en fazla ne kadarının gönderilebileceğini belirler. Bu çalışmalar ortak veri ve bütçeyle rakip olarak uygulanmadı.</a:t>
            </a:r>
          </a:p>
          <a:p xmlns:a="http://schemas.openxmlformats.org/drawingml/2006/main">
            <a:r>
              <a:t>Kaynaklar: W. Jin ve A. Rezaeipanah (2025), Dynamic task allocation in fog computing using enhanced fuzzy logic approaches, https://doi.org/10.1038/s41598-025-03621-4</a:t>
            </a:r>
          </a:p>
          <a:p xmlns:a="http://schemas.openxmlformats.org/drawingml/2006/main">
            <a:r>
              <a:t>P. Lin (2025), Fuzzy based priority aware task scheduling optimization for mobile edge computing environments, https://doi.org/10.1038/s41598-025-23690-9</a:t>
            </a:r>
          </a:p>
          <a:p xmlns:a="http://schemas.openxmlformats.org/drawingml/2006/main">
            <a:r>
              <a:t>S. S. Rashidi ve ark. (2026), A quantum fuzzy logic-enhanced evolutionary framework for energy-latency optimization in 6G Edge-IioT, https://doi.org/10.1038/s41598-026-55177-6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Güvenlik değerlendirmesi her zaman tek ve kesin bir puanla ifade edilemeyebilir. Üçgen bulanık sayı bunu üç değerle gösteriyor: alt sınır, en temsilî değer ve üst sınır. Ekrandaki örnekte bunlar sıfır virgül kırk, yetmiş ve bir. Model, uzman değerlendirmelerini ağırlıklarıyla birleştiriyor ve makaledeki dönüşümle sayısal bir güvenlik puanı üretiyor. Bu simetrik örnekte puan sıfır virgül yetmiş çıkıyor. Gerçek proje girdilerinde görev verisi, görev türü ve terminal yaşam döngüsü değerlendirmeleri bulunuyor. Buradaki üçgenin yüksekliği bir üyelik derecesidir. Bunu saldırının gerçekleşme olasılığı olarak okumuyoruz.</a:t>
            </a:r>
          </a:p>
          <a:p xmlns:a="http://schemas.openxmlformats.org/drawingml/2006/main">
            <a:r>
              <a:t/>
            </a:r>
          </a:p>
          <a:p xmlns:a="http://schemas.openxmlformats.org/drawingml/2006/main">
            <a:r>
              <a:t>Göster: Soldaki (0,40; 0,70; 1,00) üçgenini ve sağdaki S = 0,70 sonucunu göster. Alt, temsilî ve üst değer açıklamasını okuyup (a + 4b + c) / 6 dönüşümünü bu örneğe bağla.</a:t>
            </a:r>
          </a:p>
          <a:p xmlns:a="http://schemas.openxmlformats.org/drawingml/2006/main">
            <a:r>
              <a:t/>
            </a:r>
          </a:p>
          <a:p xmlns:a="http://schemas.openxmlformats.org/drawingml/2006/main">
            <a:r>
              <a:t>Geçiş: Bu güvenlik hesabı, şimdi göreceğimiz plan aramasının değerlendirme ölçülerinden biri.</a:t>
            </a:r>
          </a:p>
          <a:p xmlns:a="http://schemas.openxmlformats.org/drawingml/2006/main">
            <a:r>
              <a:t/>
            </a:r>
          </a:p>
          <a:p xmlns:a="http://schemas.openxmlformats.org/drawingml/2006/main">
            <a:r>
              <a:t>Hatırla: Temel puan hesabı ağırlıklı üçgen değerlendirmedir. Mamdani çıkarımı sonraki katkı katmanında kullanılır.</a:t>
            </a:r>
          </a:p>
          <a:p xmlns:a="http://schemas.openxmlformats.org/drawingml/2006/main">
            <a:r>
              <a:t/>
            </a:r>
          </a:p>
          <a:p xmlns:a="http://schemas.openxmlformats.org/drawingml/2006/main">
            <a:r>
              <a:t>Kaynaklar: report/Bulanik_Mantik_Proje_Raporu.pdf, s. 3–4. Kaynak kod: https://github.com/al1code/fuzzy-security-task-offloading/tree/550439c0f9552ace1ac069483005ba1fbee890d8 Makale: https://www.nature.com/articles/s41598-024-79464-2</a:t>
            </a:r>
          </a:p>
          <a:p xmlns:a="http://schemas.openxmlformats.org/drawingml/2006/main">
            <a:r>
              <a:t>Görseller: presentation/assets/v2/Gorsel_Kaynaklari.md. Görseller kavramsaldır.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BOALBFS, yük dengesi ve bulanık güvenliği birlikte dikkate alan temel algoritmanın adı. Üst katmanda GA, yani genetik algoritma, görevlerin konumlarını arıyor. Birçok aday planı değerlendiriyor, iyi planları daha sık seçiyor, parçalarını birleştiriyor ve küçük değişiklikler deniyor. Alt katmanda SA-PSO oranları arıyor. PSO’da adaylar kendi geçmiş iyi çözümünden ve grubun iyi çözümünden yararlanıyor. SA, yani benzetimli tavlama, bazen daha kötü adımı kabul ederek aramanın dar bir bölgede sıkışmasını azaltmayı amaçlıyor. Her plan aynı F hesabıyla değerlendiriliyor. Böylece nereye ve ne kadar gönderileceği birlikte aranıyor.</a:t>
            </a:r>
          </a:p>
          <a:p xmlns:a="http://schemas.openxmlformats.org/drawingml/2006/main">
            <a:r>
              <a:t/>
            </a:r>
          </a:p>
          <a:p xmlns:a="http://schemas.openxmlformats.org/drawingml/2006/main">
            <a:r>
              <a:t>Göster: Önce üstteki BOALBFS tanımını oku. Sonra soldaki GA / nereye ve sağdaki SA-PSO / ne kadar ilişkisini açıkla. Alttaki ortak amaç fonksiyonuyla bağla.</a:t>
            </a:r>
          </a:p>
          <a:p xmlns:a="http://schemas.openxmlformats.org/drawingml/2006/main">
            <a:r>
              <a:t/>
            </a:r>
          </a:p>
          <a:p xmlns:a="http://schemas.openxmlformats.org/drawingml/2006/main">
            <a:r>
              <a:t>Geçiş: Ben bu aramaya, her görevin ne kadar gönderilebileceğini belirleyen bir sınır ekledim.</a:t>
            </a:r>
          </a:p>
          <a:p xmlns:a="http://schemas.openxmlformats.org/drawingml/2006/main">
            <a:r>
              <a:t/>
            </a:r>
          </a:p>
          <a:p xmlns:a="http://schemas.openxmlformats.org/drawingml/2006/main">
            <a:r>
              <a:t>Hatırla: GA ve SA-PSO aday çözüm arayan yöntemlerdir. Bütün sistem için kesin en iyi çözüm garantileri yoktur.</a:t>
            </a:r>
          </a:p>
          <a:p xmlns:a="http://schemas.openxmlformats.org/drawingml/2006/main">
            <a:r>
              <a:t/>
            </a:r>
          </a:p>
          <a:p xmlns:a="http://schemas.openxmlformats.org/drawingml/2006/main">
            <a:r>
              <a:t>Kaynaklar: report/Bulanik_Mantik_Proje_Raporu.pdf, s. 4. Kaynak kod: https://github.com/al1code/fuzzy-security-task-offloading/tree/550439c0f9552ace1ac069483005ba1fbee890d8</a:t>
            </a:r>
          </a:p>
          <a:p xmlns:a="http://schemas.openxmlformats.org/drawingml/2006/main">
            <a:r>
              <a:t>Görseller: presentation/assets/v2/Gorsel_Kaynaklari.md. Görseller kavramsaldır.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Mamdani, eğer–ise biçimindeki kuralları sayısal bir karara dönüştüren bulanık çıkarım yöntemi. Benim denetleyicimde iki giriş var: güvenlik puanı S ve birleşik üçgen değerlendirmelerinin ortalama genişliği U. Örneğin güvenlik yüksek ve genişlik orta ise izin orta kuralını kullanıyorum. Sistem girişlerin düşük, orta veya yüksek kümelerine üyeliklerini hesaplıyor, etkin kuralları birleştiriyor ve sonucu tek bir sayıya çeviriyor. Bu sayı, görevin gönderilebilecek en yüksek oranı oluyor. Dokuz kuraldan oluşan bu katmanı aramaya bağladım. Böylece yöntem, izin verilen aralık içinden uygun oranı seçmeye devam ediyor.</a:t>
            </a:r>
          </a:p>
          <a:p xmlns:a="http://schemas.openxmlformats.org/drawingml/2006/main">
            <a:r>
              <a:t/>
            </a:r>
          </a:p>
          <a:p xmlns:a="http://schemas.openxmlformats.org/drawingml/2006/main">
            <a:r>
              <a:t>Göster: Mamdani tanımından başla. S’nin 0-1 güvenlik puanı, U’nun üçgenlerin ortalama genişliği olduğunu göster. Örnek kuralı ve %40 üst sınırın %0-40 araması anlamına geldiğini anlat.</a:t>
            </a:r>
          </a:p>
          <a:p xmlns:a="http://schemas.openxmlformats.org/drawingml/2006/main">
            <a:r>
              <a:t/>
            </a:r>
          </a:p>
          <a:p xmlns:a="http://schemas.openxmlformats.org/drawingml/2006/main">
            <a:r>
              <a:t>Geçiş: Aynı güvenlik puanına sahip iki değerlendirme üzerinden bu ek girdinin etkisini görelim.</a:t>
            </a:r>
          </a:p>
          <a:p xmlns:a="http://schemas.openxmlformats.org/drawingml/2006/main">
            <a:r>
              <a:t/>
            </a:r>
          </a:p>
          <a:p xmlns:a="http://schemas.openxmlformats.org/drawingml/2006/main">
            <a:r>
              <a:t>Hatırla: Mamdani çıktısı zorunlu gönderim oranı değildir. Örneğin sınır %40 ise arama %0–40 aralığında yapılır.</a:t>
            </a:r>
          </a:p>
          <a:p xmlns:a="http://schemas.openxmlformats.org/drawingml/2006/main">
            <a:r>
              <a:t/>
            </a:r>
          </a:p>
          <a:p xmlns:a="http://schemas.openxmlformats.org/drawingml/2006/main">
            <a:r>
              <a:t>Kaynaklar: report/Bulanik_Mantik_Proje_Raporu.pdf, s. 3 ve 6. Kaynak kod: https://github.com/al1code/fuzzy-security-task-offloading/tree/550439c0f9552ace1ac069483005ba1fbee890d8</a:t>
            </a:r>
          </a:p>
          <a:p xmlns:a="http://schemas.openxmlformats.org/drawingml/2006/main">
            <a:r>
              <a:t>Görseller: presentation/assets/v2/Gorsel_Kaynaklari.md. Görseller kavramsaldır.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İlk değerlendirmede üç değer de sıfır virgül yetmiş, yani üçgenin genişliği sıfır. İkinci değerlendirme sıfır virgül kırk ile bir arasında uzanıyor ve temsilî değeri yine sıfır virgül yetmiş. Dönüşüm sonrası iki değerlendirme de aynı S puanını veriyor. Fakat genişlikleri farklı. Mamdani bu farkı ayrıca kullandığı için ilkinde yaklaşık yüzde yetmiş dört, ikincisinde yüzde kırk iki üst sınır üretiyor. Bu örnekte daha geniş değerlendirme, daha temkinli bir gönderim iznine dönüşüyor. U yalnız değerlendirme genişliğini ölçüyor; uzmanların birbirleriyle ne kadar anlaşamadığını doğrudan ölçen bir değer değil.</a:t>
            </a:r>
          </a:p>
          <a:p xmlns:a="http://schemas.openxmlformats.org/drawingml/2006/main">
            <a:r>
              <a:t/>
            </a:r>
          </a:p>
          <a:p xmlns:a="http://schemas.openxmlformats.org/drawingml/2006/main">
            <a:r>
              <a:t>Göster: Sağdaki S = 0,70 değerini sabit tutarak soldaki U = 0,00 ve U = 0,60 üst sınır sütunlarını karşılaştır. Sütunlar yaklaşık %74 ve %42’yi gösteriyor; üçgen örneklerini sözlü olarak açıkla.</a:t>
            </a:r>
          </a:p>
          <a:p xmlns:a="http://schemas.openxmlformats.org/drawingml/2006/main">
            <a:r>
              <a:t/>
            </a:r>
          </a:p>
          <a:p xmlns:a="http://schemas.openxmlformats.org/drawingml/2006/main">
            <a:r>
              <a:t>Geçiş: Şimdi bu sınırın yalnız bir önizlemede değil, gerçek proje planında neyi değiştirdiğine bakalım.</a:t>
            </a:r>
          </a:p>
          <a:p xmlns:a="http://schemas.openxmlformats.org/drawingml/2006/main">
            <a:r>
              <a:t/>
            </a:r>
          </a:p>
          <a:p xmlns:a="http://schemas.openxmlformats.org/drawingml/2006/main">
            <a:r>
              <a:t>Hatırla: Kesin değerler %73,88 ve %41,61. Bu örnek, bütün ara noktalarda monotonluk garantisi anlamına gelmez.</a:t>
            </a:r>
          </a:p>
          <a:p xmlns:a="http://schemas.openxmlformats.org/drawingml/2006/main">
            <a:r>
              <a:t/>
            </a:r>
          </a:p>
          <a:p xmlns:a="http://schemas.openxmlformats.org/drawingml/2006/main">
            <a:r>
              <a:t>Kaynaklar: report/Bulanik_Mantik_Proje_Raporu.pdf, s. 6. Kaynak kod: https://github.com/al1code/fuzzy-security-task-offloading/tree/550439c0f9552ace1ac069483005ba1fbee890d8</a:t>
            </a:r>
          </a:p>
          <a:p xmlns:a="http://schemas.openxmlformats.org/drawingml/2006/main">
            <a:r>
              <a:t>Görseller: presentation/assets/v2/Gorsel_Kaynaklari.md. Görseller kavramsaldır.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 küçük örnekte üç görev ve iki sunucu kullanıyorum. Cihazın işlem gücü saniyede bir milyar çevrim. Temel yöntem ilk görevin tamamını sunucuya gönderiyor. Mamdani eklendiğinde aynı görevin gönderimi yaklaşık yüzde otuz üçe düşüyor. Bunun sonucunda toplam model riski azalıyor, fakat cihazda daha çok iş kaldığı için görev süreleri toplamı yaklaşık otuz altı saniyeden kırk üç saniyeye çıkıyor. Tamamen yerel planda ise model riski sıfır ve süre yaklaşık kırk altı saniye. Bu örnek, tercihin nasıl değiştiğini gösteriyor. Canlı demoda da aynı girdileri kullanarak bu kararı ekranda gösterebilirim.</a:t>
            </a:r>
          </a:p>
          <a:p xmlns:a="http://schemas.openxmlformats.org/drawingml/2006/main">
            <a:r>
              <a:t/>
            </a:r>
          </a:p>
          <a:p xmlns:a="http://schemas.openxmlformats.org/drawingml/2006/main">
            <a:r>
              <a:t>Göster: Üstteki 3 görev, 2 sunucu, seed 42 ve cihaz CPU koşulunu göster. Soldaki model görev süreleri sütunlarını karşılaştır: yerel 46,17 sn, BOALBFS 36,09 sn, Mamdani 42,85 sn. Sağdaki ilk görev oranlarını (%100 ve %32,88), ardından temel/Mamdani toplam model risklerini (0,034257 ve 0,011263) göster.</a:t>
            </a:r>
          </a:p>
          <a:p xmlns:a="http://schemas.openxmlformats.org/drawingml/2006/main">
            <a:r>
              <a:t/>
            </a:r>
          </a:p>
          <a:p xmlns:a="http://schemas.openxmlformats.org/drawingml/2006/main">
            <a:r>
              <a:t>Geçiş: Tek bir örnek mekanizmayı gösteriyor. Sonuçları değerlendirmek için şimdi çoklu deneylere geçiyorum.</a:t>
            </a:r>
          </a:p>
          <a:p xmlns:a="http://schemas.openxmlformats.org/drawingml/2006/main">
            <a:r>
              <a:t/>
            </a:r>
          </a:p>
          <a:p xmlns:a="http://schemas.openxmlformats.org/drawingml/2006/main">
            <a:r>
              <a:t>Hatırla: Bu slayt 3 dakikalık kısa canlı demoyla değişebilir. Küçük örneğin yaklaşık %67 risk farkı, çoklu deneyin %13,05 ortalamasıyla karıştırılmamalı.</a:t>
            </a:r>
          </a:p>
          <a:p xmlns:a="http://schemas.openxmlformats.org/drawingml/2006/main">
            <a:r>
              <a:t/>
            </a:r>
          </a:p>
          <a:p xmlns:a="http://schemas.openxmlformats.org/drawingml/2006/main">
            <a:r>
              <a:t>Kaynaklar: report/Bulanik_Mantik_Proje_Raporu.pdf, s. 10. Kaynak kod: https://github.com/al1code/fuzzy-security-task-offloading/tree/550439c0f9552ace1ac069483005ba1fbee890d8</a:t>
            </a:r>
          </a:p>
          <a:p xmlns:a="http://schemas.openxmlformats.org/drawingml/2006/main">
            <a:r>
              <a:t>Görseller: presentation/assets/v2/Gorsel_Kaynaklari.md. Görseller kavramsaldır.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Sonuçları yalnız az önceki küçük örneğe dayandırmadım. Ana deneylerde altmış görev ve üç sunucu içeren beş farklı sentetik veri seti kullandım. Yöntemleri aynı görevler, bağlantılar ve güvenlik girdileri üzerinde karşılaştırdım. Bazı deneylerde bağlantı hızını yarım, bir ve iki kat olarak değiştirdim. Arama tekrarları, aynı veri üzerinde rastgele başlangıcın etkisini görmeye yardımcı oldu. Bu tekrarlar yeni bağımsız veri setleri oluşturmuyor. Ayrıca temel yöntemleri, Mamdani katkısını ve analitik çözücüyü ayrı karşılaştırmalarla inceledim. Böylece hangi değişikliğin hangi sonucu etkilediğini daha açık takip edebildim.</a:t>
            </a:r>
          </a:p>
          <a:p xmlns:a="http://schemas.openxmlformats.org/drawingml/2006/main">
            <a:r>
              <a:t/>
            </a:r>
          </a:p>
          <a:p xmlns:a="http://schemas.openxmlformats.org/drawingml/2006/main">
            <a:r>
              <a:t>Göster: Beş farklı veri setinin her birinde 60 görev ve 3 sunucu bulunduğunu göster. Altta neyi değiştirdiğini ve aynı girdilerle hangi ölçüleri karşılaştırdığını açıkla.</a:t>
            </a:r>
          </a:p>
          <a:p xmlns:a="http://schemas.openxmlformats.org/drawingml/2006/main">
            <a:r>
              <a:t/>
            </a:r>
          </a:p>
          <a:p xmlns:a="http://schemas.openxmlformats.org/drawingml/2006/main">
            <a:r>
              <a:t>Geçiş: İlk karşılaştırma, bütün işi yerelde tutmakla sunucuları kullanmak arasındaki farkı gösteriyor.</a:t>
            </a:r>
          </a:p>
          <a:p xmlns:a="http://schemas.openxmlformats.org/drawingml/2006/main">
            <a:r>
              <a:t/>
            </a:r>
          </a:p>
          <a:p xmlns:a="http://schemas.openxmlformats.org/drawingml/2006/main">
            <a:r>
              <a:t>Hatırla: Bağımsız sentetik veri seti sayısı 5’tir. Aynı GA aday bütçesi, her yöntem için eşit çalışma süresi demek değildir.</a:t>
            </a:r>
          </a:p>
          <a:p xmlns:a="http://schemas.openxmlformats.org/drawingml/2006/main">
            <a:r>
              <a:t/>
            </a:r>
          </a:p>
          <a:p xmlns:a="http://schemas.openxmlformats.org/drawingml/2006/main">
            <a:r>
              <a:t>Kaynaklar: report/Bulanik_Mantik_Proje_Raporu.pdf, s. 7. Kaynak kod: https://github.com/al1code/fuzzy-security-task-offloading/tree/550439c0f9552ace1ac069483005ba1fbee890d8</a:t>
            </a:r>
          </a:p>
          <a:p xmlns:a="http://schemas.openxmlformats.org/drawingml/2006/main">
            <a:r>
              <a:t>Görseller: presentation/assets/v2/Gorsel_Kaynaklari.md. Görseller kavramsaldır.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 grafikte üç kullanım biçimini karşılaştırıyorum. Bütün işin cihazda kaldığı yerel mod, tamamen sunucuya gönderildiği tam kenar mod ve ikisini birlikte kullanan yöntem. Bu deney koşullarında en düşük ortalama F, birlikte kullanımda çıktı. Ancak yerele göre kazanç küçük: eşleştirilmiş ortalama yaklaşık yüzde sıfır virgül kırk yedi. Görev süreleri toplamı da yaklaşık iki yüz yirmi saniyeden iki yüz on sekiz saniyeye indi. Kararların büyük kısmı yerelde kaldı. Bu sonuç çalışan yöntemin bizim koşullarımızdaki davranışını gösteriyor. Makaledeki daha büyük iyileşme yüzdelerini aynı şekilde elde ettiğimi söylemiyorum.</a:t>
            </a:r>
          </a:p>
          <a:p xmlns:a="http://schemas.openxmlformats.org/drawingml/2006/main">
            <a:r>
              <a:t/>
            </a:r>
          </a:p>
          <a:p xmlns:a="http://schemas.openxmlformats.org/drawingml/2006/main">
            <a:r>
              <a:t>Göster: Yerel, tam kenar ve birlikte kullanımın F sütunlarını göster. Grafikte değerler üç basamağa yuvarlanmıştır: 0,239; 0,622; 0,238. Sağdaki %0,47 ortalama kazanç ifadesini, yerel ile birlikte kullanımın küçük farkına bağla.</a:t>
            </a:r>
          </a:p>
          <a:p xmlns:a="http://schemas.openxmlformats.org/drawingml/2006/main">
            <a:r>
              <a:t/>
            </a:r>
          </a:p>
          <a:p xmlns:a="http://schemas.openxmlformats.org/drawingml/2006/main">
            <a:r>
              <a:t>Geçiş: Temel yapının ardından, Mamdani sınırını eklediğimde ne değiştiğine bakalım.</a:t>
            </a:r>
          </a:p>
          <a:p xmlns:a="http://schemas.openxmlformats.org/drawingml/2006/main">
            <a:r>
              <a:t/>
            </a:r>
          </a:p>
          <a:p xmlns:a="http://schemas.openxmlformats.org/drawingml/2006/main">
            <a:r>
              <a:t>Hatırla: %0,47, eşleştirilmiş yüzde kazançların ortalamasıdır. Grafikteki yuvarlanmış ortalamalardan yeniden hesaplanmamalı.</a:t>
            </a:r>
          </a:p>
          <a:p xmlns:a="http://schemas.openxmlformats.org/drawingml/2006/main">
            <a:r>
              <a:t/>
            </a:r>
          </a:p>
          <a:p xmlns:a="http://schemas.openxmlformats.org/drawingml/2006/main">
            <a:r>
              <a:t>Kaynaklar: report/Bulanik_Mantik_Proje_Raporu.pdf, s. 8, Tablo 5. Kaynak kod: https://github.com/al1code/fuzzy-security-task-offloading/tree/550439c0f9552ace1ac069483005ba1fbee890d8</a:t>
            </a:r>
          </a:p>
          <a:p xmlns:a="http://schemas.openxmlformats.org/drawingml/2006/main">
            <a:r>
              <a:t>Görseller: presentation/assets/v2/Gorsel_Kaynaklari.md. Görseller kavramsaldır.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Makale, birlikte kullanım için amaç değerinde yerel yürütmeye göre yüzde 46, tam kenara göre yüzde 27 azalma bildiriyor. Bu projenin A deneyinde, aynı veri ve arama tohumu çiftlerinde hesaplanan kazançların ortalaması sırasıyla yaklaşık yüzde 0,47 ve yüzde 61,69. Tam kenara karşı yüksek kazanç, makaleyi geçtiğimiz anlamına gelmez. Makalenin özgün deney verisi mevcut değildir. Sentetik veri dağılımları, normalizasyon ve arama ayarları farklıdır. Mevcut eşit ağırlıklı normalizasyonda tam kenarın risk terimi 1 olurken yerel risk sıfırdır. Bu nedenle makaledeki Edge &lt; Local sıralaması burada üretilemez. Rapordaki Bölüm 5 ve 8 bu farkı açıklar.</a:t>
            </a:r>
          </a:p>
          <a:p xmlns:a="http://schemas.openxmlformats.org/drawingml/2006/main">
            <a:r>
              <a:t>Kaynak: X. Jin, S. Zhang, Y. Ding ve Z. Wang (2024), https://doi.org/10.1038/s41598-024-79464-2, özet ve Şekil 2.</a:t>
            </a:r>
          </a:p>
          <a:p xmlns:a="http://schemas.openxmlformats.org/drawingml/2006/main">
            <a:r>
              <a:t>Proje kaynak verisi: results/tables/recorded_runs.csv, A deneyi, 5 veri kümesi × 3 arama tekrarı × 3 mod = 45 kayıt. Yüzdeler koşul başına (F_kıyas - F_birlikte) / F_kıyas × 100 ile hesaplandı.</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Bağlantı hızının iki kat olduğu koşulda Mamdani ile ortalama model riski yüzde on üç virgül sıfır beş azaldı. Bunun yanında görev süreleri toplamı yaklaşık yüzde sıfır virgül on, F ise yüzde sıfır virgül on bir arttı. Yani burada daha temkinli bir tercih karşılığında küçük bir süre ve toplam maliyet artışı görüyoruz. Yarım ve bir kat hız koşullarında ise bu küçük arama bütçesiyle yöntemler tamamen yerelde kaldığı için fark oluşmadı. Bu nedenle sonucu belirli deney koşuluyla birlikte söylüyorum. Riskteki azalma, gerçek saldırı ihtimalinin ölçülmüş azalması anlamına gelmiyor.</a:t>
            </a:r>
          </a:p>
          <a:p xmlns:a="http://schemas.openxmlformats.org/drawingml/2006/main">
            <a:r>
              <a:t/>
            </a:r>
          </a:p>
          <a:p xmlns:a="http://schemas.openxmlformats.org/drawingml/2006/main">
            <a:r>
              <a:t>Göster: Solda %13,05 risk azalmasının 0,006949’dan 0,006042’ye geçiş olduğunu göster. Sağda süre ve F’nin önceki/sonraki değerleriyle küçük artışlarını açıkla. Koşulun 2 kat bağlantı hızı olduğunu belirt.</a:t>
            </a:r>
          </a:p>
          <a:p xmlns:a="http://schemas.openxmlformats.org/drawingml/2006/main">
            <a:r>
              <a:t/>
            </a:r>
          </a:p>
          <a:p xmlns:a="http://schemas.openxmlformats.org/drawingml/2006/main">
            <a:r>
              <a:t>Geçiş: Ortalama iyi görünse bile bütün veri setlerinde aynı etkiyi beklememek gerekiyor; bunu ayrıca kontrol ettim.</a:t>
            </a:r>
          </a:p>
          <a:p xmlns:a="http://schemas.openxmlformats.org/drawingml/2006/main">
            <a:r>
              <a:t/>
            </a:r>
          </a:p>
          <a:p xmlns:a="http://schemas.openxmlformats.org/drawingml/2006/main">
            <a:r>
              <a:t>Hatırla: Risk değişimi koşullu bir ortalama sonuçtur. Daha düşük risk, daha düşük F anlamına gelmez.</a:t>
            </a:r>
          </a:p>
          <a:p xmlns:a="http://schemas.openxmlformats.org/drawingml/2006/main">
            <a:r>
              <a:t/>
            </a:r>
          </a:p>
          <a:p xmlns:a="http://schemas.openxmlformats.org/drawingml/2006/main">
            <a:r>
              <a:t>Kaynaklar: report/Bulanik_Mantik_Proje_Raporu.pdf, s. 8, Tablo 6. Kaynak kod: https://github.com/al1code/fuzzy-security-task-offloading/tree/550439c0f9552ace1ac069483005ba1fbee890d8</a:t>
            </a:r>
          </a:p>
          <a:p xmlns:a="http://schemas.openxmlformats.org/drawingml/2006/main">
            <a:r>
              <a:t>Görseller: presentation/assets/v2/Gorsel_Kaynaklari.md. Görseller kavramsaldır.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İlk kontrolüm, ortalama risk düşüşünün her veri setinde görülüp görülmediğiydi. Yirmi bir ve kırk iki numaralı veri setlerinde Mamdani sonucunun riski arttı; iki bin yirmi altıda ise azaldı. İkinci olarak, yalnız gönderimi sınırlamak da benzer etki yaratır mı diye baktım. Aynı sunucu konumlarında sabit bir sınır ile tam Mamdani’yi karşılaştırdım. Sabit sınır biraz daha düşük risk, Mamdani biraz daha düşük süre ve F verdi. Dolayısıyla katkım, her koşulda üstünlük iddiasından çok, görev girdilerine bağlı ve açıklanabilir bir tercih mekanizması. Bu kontrol deneyleri, bulduğum kazancın sınırını gösteriyor.</a:t>
            </a:r>
          </a:p>
          <a:p xmlns:a="http://schemas.openxmlformats.org/drawingml/2006/main">
            <a:r>
              <a:t/>
            </a:r>
          </a:p>
          <a:p xmlns:a="http://schemas.openxmlformats.org/drawingml/2006/main">
            <a:r>
              <a:t>Göster: 21 ve 42 tohumlarında Mamdani riskinin arttığını, 2026’da azaldığını göster. Sabit sınır bulgusunu sözlü açıkla; ayrıntılı kontrol tablosu proje raporundadır.</a:t>
            </a:r>
          </a:p>
          <a:p xmlns:a="http://schemas.openxmlformats.org/drawingml/2006/main">
            <a:r>
              <a:t/>
            </a:r>
          </a:p>
          <a:p xmlns:a="http://schemas.openxmlformats.org/drawingml/2006/main">
            <a:r>
              <a:t>Geçiş: Diğer geliştirme ise karar tercihiyle değil, oranı hesaplamak için harcanan süreyle ilgili.</a:t>
            </a:r>
          </a:p>
          <a:p xmlns:a="http://schemas.openxmlformats.org/drawingml/2006/main">
            <a:r>
              <a:t/>
            </a:r>
          </a:p>
          <a:p xmlns:a="http://schemas.openxmlformats.org/drawingml/2006/main">
            <a:r>
              <a:t>Hatırla: Sabit sınır, aynı verideki Mamdani sınırlarının ortalamasıdır. Kontrolde konumlar sabit, oran çözümü analitiktir.</a:t>
            </a:r>
          </a:p>
          <a:p xmlns:a="http://schemas.openxmlformats.org/drawingml/2006/main">
            <a:r>
              <a:t/>
            </a:r>
          </a:p>
          <a:p xmlns:a="http://schemas.openxmlformats.org/drawingml/2006/main">
            <a:r>
              <a:t>Kaynaklar: report/Bulanik_Mantik_Proje_Raporu.pdf, s. 9, Tablo 7. Kaynak kod: https://github.com/al1code/fuzzy-security-task-offloading/tree/550439c0f9552ace1ac069483005ba1fbee890d8</a:t>
            </a:r>
          </a:p>
          <a:p xmlns:a="http://schemas.openxmlformats.org/drawingml/2006/main">
            <a:r>
              <a:t>Görseller: presentation/assets/v2/Gorsel_Kaynaklari.md. Görseller kavramsaldır.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Sunucu seçimi sabit tutulduğunda, bu modelde F gönderim oranlarına göre doğrusal bir yapıya sahip. Bu yüzden oranları tekrar tekrar aramak yerine her görev için sıfırı veya izin verilen üst sınırı değerlendirmek yeterli oluyor. Tam GA akışında bu hesabı kullandığım deneyde plan bulma süresi yaklaşık dokuz virgül yedi saniyeden sıfır virgül on dokuza düştü. Yaklaşık elli iki katlık fark buradan geliyor. Bu, bilgisayarın çözüm ararken harcadığı süre. Önceki örnekteki otuz altı ve kırk üç saniye ise görevlerin model süreleriydi. Analitik akışta F azalırken ortalama model riski arttı.</a:t>
            </a:r>
          </a:p>
          <a:p xmlns:a="http://schemas.openxmlformats.org/drawingml/2006/main">
            <a:r>
              <a:t/>
            </a:r>
          </a:p>
          <a:p xmlns:a="http://schemas.openxmlformats.org/drawingml/2006/main">
            <a:r>
              <a:t>Göster: Grafiğin üstündeki ‘Planı bulma süresi, saniye’ etiketini önce göster. GA + SA-PSO için 9,70 sn ve GA + analitik için 0,19 sn sütunlarını, ardından sağdaki 51,68× değerini karşılaştır. Görev süresiyle farkını sözlü açıkla.</a:t>
            </a:r>
          </a:p>
          <a:p xmlns:a="http://schemas.openxmlformats.org/drawingml/2006/main">
            <a:r>
              <a:t/>
            </a:r>
          </a:p>
          <a:p xmlns:a="http://schemas.openxmlformats.org/drawingml/2006/main">
            <a:r>
              <a:t>Geçiş: Bu sonuçları referans makaleyle ilişkilendirirken uygulama uyumu ile aynı sayıları üretmeyi ayırıyorum.</a:t>
            </a:r>
          </a:p>
          <a:p xmlns:a="http://schemas.openxmlformats.org/drawingml/2006/main">
            <a:r>
              <a:t/>
            </a:r>
          </a:p>
          <a:p xmlns:a="http://schemas.openxmlformats.org/drawingml/2006/main">
            <a:r>
              <a:t>Hatırla: Kesin çözüm yalnız sabit konumdaki oran alt problemi içindir. Sunucu seçimini hâlâ GA arar.</a:t>
            </a:r>
          </a:p>
          <a:p xmlns:a="http://schemas.openxmlformats.org/drawingml/2006/main">
            <a:r>
              <a:t/>
            </a:r>
          </a:p>
          <a:p xmlns:a="http://schemas.openxmlformats.org/drawingml/2006/main">
            <a:r>
              <a:t>Kaynaklar: report/Bulanik_Mantik_Proje_Raporu.pdf, s. 9, Tablo 9. Kaynak kod: https://github.com/al1code/fuzzy-security-task-offloading/tree/550439c0f9552ace1ac069483005ba1fbee890d8</a:t>
            </a:r>
          </a:p>
          <a:p xmlns:a="http://schemas.openxmlformats.org/drawingml/2006/main">
            <a:r>
              <a:t>Görseller: presentation/assets/v2/Gorsel_Kaynaklari.md. Görseller kavramsaldır.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Makalenin bulanık güvenlik, süre ve kaynak modelleriyle GA ve SA-PSO zincirini yeniden uyguladım. Ancak makaledeki bütün rakip algoritmaları ve bütün deney şekillerini tekrarlamadım. Özgün yazar girdileri elimde olmadığı için belgeli sentetik girdiler kullandım. Sonuç farkını yalnız buna bağlamak da doğru olmaz. Ölçüleri karşılaştırılabilir hale getiren ölçek seçimi, yani normalizasyon da sıralamayı etkiliyor. Benim seçtiğim ölçeklerde, toplam risk pozitif ve ağırlıklar eşitken tam kenar planı yerel plandan daha düşük F alamıyor. Bu yüzden aynı veriyi bulmak bile tek başına makaledeki sonuçları üretmeyi garanti etmez.</a:t>
            </a:r>
          </a:p>
          <a:p xmlns:a="http://schemas.openxmlformats.org/drawingml/2006/main">
            <a:r>
              <a:t/>
            </a:r>
          </a:p>
          <a:p xmlns:a="http://schemas.openxmlformats.org/drawingml/2006/main">
            <a:r>
              <a:t>Göster: Soldaki model, arama ve temel mod karşılaştırmasını; sağdaki veri, deney kapsamı ve normalizasyon farklarını karşılaştır. Aynı yöntemi uygulamanın aynı sayıları garanti etmediğini söyle.</a:t>
            </a:r>
          </a:p>
          <a:p xmlns:a="http://schemas.openxmlformats.org/drawingml/2006/main">
            <a:r>
              <a:t/>
            </a:r>
          </a:p>
          <a:p xmlns:a="http://schemas.openxmlformats.org/drawingml/2006/main">
            <a:r>
              <a:t>Geçiş: Bu farklar, projenin bugün hangi sorulara cevap verebildiğini ve sonraki çalışmanın nereden başlayacağını belirliyor.</a:t>
            </a:r>
          </a:p>
          <a:p xmlns:a="http://schemas.openxmlformats.org/drawingml/2006/main">
            <a:r>
              <a:t/>
            </a:r>
          </a:p>
          <a:p xmlns:a="http://schemas.openxmlformats.org/drawingml/2006/main">
            <a:r>
              <a:t>Hatırla: Normalizasyon sonucu pozitif toplam risk ve eşit amaç ağırlıkları koşulundadır. Aynı veri, tek başına aynı sonucu garanti etmez.</a:t>
            </a:r>
          </a:p>
          <a:p xmlns:a="http://schemas.openxmlformats.org/drawingml/2006/main">
            <a:r>
              <a:t/>
            </a:r>
          </a:p>
          <a:p xmlns:a="http://schemas.openxmlformats.org/drawingml/2006/main">
            <a:r>
              <a:t>Kaynaklar: report/Bulanik_Mantik_Proje_Raporu.pdf, s. 5 ve 11. Kaynak kod: https://github.com/al1code/fuzzy-security-task-offloading/tree/550439c0f9552ace1ac069483005ba1fbee890d8</a:t>
            </a:r>
          </a:p>
          <a:p xmlns:a="http://schemas.openxmlformats.org/drawingml/2006/main">
            <a:r>
              <a:t>Görseller: presentation/assets/v2/Gorsel_Kaynaklari.md. Görseller kavramsaldır.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 slaytı, sonuçları doğru kapsamda yorumlamak için ekledim. Testler ve kayıtlı planların tekrar hesabı, programdaki hesapların çalıştığını destekliyor. Ancak gerçek cihazlar üzerinde bir fabrika deneyi yapmadım. Mamdani’nin model riski ile süre arasındaki tercihi değiştirdiğini ölçtüm; bu risk puanını gerçek saldırı kayıtlarıyla kalibre etmedim. Ayrıca modelde kuyruk bekleme süresi, enerji tüketimi ve şifreleme maliyeti bulunmuyor. Gerçek bir uygulamaya geçerken bu etkilerin modele eklenmesi ve kararların yeniden sınanması gerekir. Dolayısıyla burada sunduğum başarı, tanımladığım simülasyonda çalışan ve ölçülebilen bir karar yöntemi.</a:t>
            </a:r>
          </a:p>
          <a:p xmlns:a="http://schemas.openxmlformats.org/drawingml/2006/main">
            <a:r>
              <a:t/>
            </a:r>
          </a:p>
          <a:p xmlns:a="http://schemas.openxmlformats.org/drawingml/2006/main">
            <a:r>
              <a:t>Göster: Çalışan hesaplar, model riski ve model kapsamı satırlarını sırayla göster. Her satırda eldeki kanıtla henüz ölçülmeyen gerçek sistem davranışını açıkla.</a:t>
            </a:r>
          </a:p>
          <a:p xmlns:a="http://schemas.openxmlformats.org/drawingml/2006/main">
            <a:r>
              <a:t/>
            </a:r>
          </a:p>
          <a:p xmlns:a="http://schemas.openxmlformats.org/drawingml/2006/main">
            <a:r>
              <a:t>Geçiş: Bu kapsam içinde projeden elde ettiğim somut çıktıları toparlayayım.</a:t>
            </a:r>
          </a:p>
          <a:p xmlns:a="http://schemas.openxmlformats.org/drawingml/2006/main">
            <a:r>
              <a:t/>
            </a:r>
          </a:p>
          <a:p xmlns:a="http://schemas.openxmlformats.org/drawingml/2006/main">
            <a:r>
              <a:t>Hatırla: Bu sayfanın amacı, modelde doğrulanan sonuçların gerçek fabrika güvenliğiyle karıştırılmasını önlemektir.</a:t>
            </a:r>
          </a:p>
          <a:p xmlns:a="http://schemas.openxmlformats.org/drawingml/2006/main">
            <a:r>
              <a:t/>
            </a:r>
          </a:p>
          <a:p xmlns:a="http://schemas.openxmlformats.org/drawingml/2006/main">
            <a:r>
              <a:t>Kaynaklar: report/Bulanik_Mantik_Proje_Raporu.pdf, s. 5 ve 11. Kaynak kod: https://github.com/al1code/fuzzy-security-task-offloading/tree/550439c0f9552ace1ac069483005ba1fbee890d8</a:t>
            </a:r>
          </a:p>
          <a:p xmlns:a="http://schemas.openxmlformats.org/drawingml/2006/main">
            <a:r>
              <a:t>Görseller: presentation/assets/v2/Gorsel_Kaynaklari.md. Görseller kavramsaldır.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Projenin ilk çıktısı, her görev için hangi sunucunun kullanılacağını, ne kadar iş gönderileceğini ve bunun maliyetini hesaplayan çalışan uygulama. İkinci çıktı, güvenlik puanı ve değerlendirme genişliğine göre açıklanabilir üst sınır üreten Mamdani politikası. İki kat bağlantı hızında ortalama model riski yüzde 13,05 azaldı; süre ve F biraz arttı. Üçüncü çıktı ise analitik oran hesabı. İlgili deneyde planı bulma süresi yaklaşık 51,68 kat kısaldı. Böylece hem çalışan temel yöntemi kurdum hem de eklediğim iki yaklaşımın ne kazandırdığını ve nerede sınırlı kaldığını deneylerle gösterdim. Teşekkür ederim.</a:t>
            </a:r>
          </a:p>
          <a:p xmlns:a="http://schemas.openxmlformats.org/drawingml/2006/main">
            <a:r>
              <a:t/>
            </a:r>
          </a:p>
          <a:p xmlns:a="http://schemas.openxmlformats.org/drawingml/2006/main">
            <a:r>
              <a:t>Göster: Her çıktı başlığını altındaki somut karşılığıyla birlikte anlat: çalışan plan hesabı, koşullu model riski azalması ve daha kısa çözüm araması.</a:t>
            </a:r>
          </a:p>
          <a:p xmlns:a="http://schemas.openxmlformats.org/drawingml/2006/main">
            <a:r>
              <a:t/>
            </a:r>
          </a:p>
          <a:p xmlns:a="http://schemas.openxmlformats.org/drawingml/2006/main">
            <a:r>
              <a:t>Geçiş: Sorularınızı alabilirim.</a:t>
            </a:r>
          </a:p>
          <a:p xmlns:a="http://schemas.openxmlformats.org/drawingml/2006/main">
            <a:r>
              <a:t/>
            </a:r>
          </a:p>
          <a:p xmlns:a="http://schemas.openxmlformats.org/drawingml/2006/main">
            <a:r>
              <a:t>Hatırla: Kavramların kısa açıklamaları bu rehberin soru-cevap bölümünde bulunur. Sunum 18 slaytta biter.</a:t>
            </a:r>
          </a:p>
          <a:p xmlns:a="http://schemas.openxmlformats.org/drawingml/2006/main">
            <a:r>
              <a:t/>
            </a:r>
          </a:p>
          <a:p xmlns:a="http://schemas.openxmlformats.org/drawingml/2006/main">
            <a:r>
              <a:t>Kaynaklar: report/Bulanik_Mantik_Proje_Raporu.pdf, s. 11. Kaynak kod: https://github.com/al1code/fuzzy-security-task-offloading/tree/550439c0f9552ace1ac069483005ba1fbee890d8</a:t>
            </a:r>
          </a:p>
          <a:p xmlns:a="http://schemas.openxmlformats.org/drawingml/2006/main">
            <a:r>
              <a:t>Görseller: presentation/assets/v2/Gorsel_Kaynaklari.md. Görseller kavramsaldır.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7047dbb9f42498f"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b0a2df06bde1440f"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048769d673c94af0"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545a40d97acd48cc"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1e8ebca2e4844891"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6b46a171522e4f1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7258CFE-56AF-4ACA-8240-49ADDA2E69F4}"/>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693D49F7-4D56-4E45-A010-8D229022181B}"/>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A46A6887-83F0-4142-8114-E1A5EE8C6C4A}"/>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BBBDCBA-B90F-49BB-85DF-756BFE16C2D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18E491E0-A1EA-4BD4-A52D-0332B875D12C}"/>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B20D1CED-2B2E-4D31-B348-106D155E0DB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99AB784-1BEB-4CE7-937A-53C65F53BD37}"/>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9D2AD9E0-F772-4029-93B6-4DA229C0F22E}"/>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355CCB2-B71A-4B7A-A043-6F574E8B7EC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A8E8866-E52B-43C5-8104-345E800809A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7b2f43d205e49b2" /><Relationship Type="http://schemas.openxmlformats.org/officeDocument/2006/relationships/slideLayout" Target="/ppt/slideLayouts/slideLayout1.xml" Id="R7fad68188d85497e" /><Relationship Type="http://schemas.openxmlformats.org/officeDocument/2006/relationships/slideLayout" Target="/ppt/slideLayouts/slideLayout2.xml" Id="Rf47c1aaa39404af8" /><Relationship Type="http://schemas.openxmlformats.org/officeDocument/2006/relationships/slideLayout" Target="/ppt/slideLayouts/slideLayout3.xml" Id="R722fe0b6b6174fbe" /><Relationship Type="http://schemas.openxmlformats.org/officeDocument/2006/relationships/slideLayout" Target="/ppt/slideLayouts/slideLayout4.xml" Id="Rf3da9225663f45ac" /><Relationship Type="http://schemas.openxmlformats.org/officeDocument/2006/relationships/slideLayout" Target="/ppt/slideLayouts/slideLayout5.xml" Id="Rf4842518edb74142" /><Relationship Type="http://schemas.openxmlformats.org/officeDocument/2006/relationships/slideLayout" Target="/ppt/slideLayouts/slideLayout6.xml" Id="R31f471292bd4477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fad68188d85497e"/>
    <p:sldLayoutId xmlns:r="http://schemas.openxmlformats.org/officeDocument/2006/relationships" id="2147483650" r:id="Rf47c1aaa39404af8"/>
    <p:sldLayoutId xmlns:r="http://schemas.openxmlformats.org/officeDocument/2006/relationships" id="2147483651" r:id="R722fe0b6b6174fbe"/>
    <p:sldLayoutId xmlns:r="http://schemas.openxmlformats.org/officeDocument/2006/relationships" id="2147483652" r:id="Rf3da9225663f45ac"/>
    <p:sldLayoutId xmlns:r="http://schemas.openxmlformats.org/officeDocument/2006/relationships" id="2147483653" r:id="Rf4842518edb74142"/>
    <p:sldLayoutId xmlns:r="http://schemas.openxmlformats.org/officeDocument/2006/relationships" id="2147483654" r:id="R31f471292bd4477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Segoe UI"/>
        <a:ea typeface=""/>
        <a:cs typeface=""/>
      </a:majorFont>
      <a:minorFont>
        <a:latin typeface="Segoe UI"/>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7dd8029289cb417c" /><Relationship Type="http://schemas.openxmlformats.org/officeDocument/2006/relationships/image" Target="/ppt/media/image.png" Id="Rd12c959c18874ac7" /><Relationship Type="http://schemas.openxmlformats.org/officeDocument/2006/relationships/notesSlide" Target="/ppt/notesSlides/notesSlide1.xml" Id="Rdd3368e4051d4566"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9ce951ac9fb14bde" /><Relationship Type="http://schemas.openxmlformats.org/officeDocument/2006/relationships/image" Target="/ppt/media/image2.png" Id="R592a5b9999c04787" /><Relationship Type="http://schemas.openxmlformats.org/officeDocument/2006/relationships/notesSlide" Target="/ppt/notesSlides/notesSlide2.xml" Id="R52697a42ce0c49de"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256c17f95c7440f3" /><Relationship Type="http://schemas.openxmlformats.org/officeDocument/2006/relationships/image" Target="/ppt/media/image3.png" Id="R33ce9bd7ed0241e2" /><Relationship Type="http://schemas.openxmlformats.org/officeDocument/2006/relationships/chart" Target="/ppt/slides/charts/chart1.xml" Id="Rdbcc433a59274140" /><Relationship Type="http://schemas.openxmlformats.org/officeDocument/2006/relationships/notesSlide" Target="/ppt/notesSlides/notesSlide3.xml" Id="R2fcc7c12e7fd47fe"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3bd874ed6dc24706" /><Relationship Type="http://schemas.openxmlformats.org/officeDocument/2006/relationships/image" Target="/ppt/media/image4.png" Id="R715f29af17f34b21" /><Relationship Type="http://schemas.openxmlformats.org/officeDocument/2006/relationships/notesSlide" Target="/ppt/notesSlides/notesSlide4.xml" Id="R94986c9fe1ad4179"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53ecb5d5cd054045" /><Relationship Type="http://schemas.openxmlformats.org/officeDocument/2006/relationships/image" Target="/ppt/media/image5.png" Id="R9c3fd8684fd241c1" /><Relationship Type="http://schemas.openxmlformats.org/officeDocument/2006/relationships/notesSlide" Target="/ppt/notesSlides/notesSlide5.xml" Id="Ra05d13fbe2284b17"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88258d4829e84fdc" /><Relationship Type="http://schemas.openxmlformats.org/officeDocument/2006/relationships/image" Target="/ppt/media/image5.png" Id="R6475c73a415348a7" /><Relationship Type="http://schemas.openxmlformats.org/officeDocument/2006/relationships/notesSlide" Target="/ppt/notesSlides/notesSlide6.xml" Id="R8837ab7413c64a6c"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909b27a36eec45d6" /><Relationship Type="http://schemas.openxmlformats.org/officeDocument/2006/relationships/image" Target="/ppt/media/image6.png" Id="R8eae7f97bdb5475c" /><Relationship Type="http://schemas.openxmlformats.org/officeDocument/2006/relationships/chart" Target="/ppt/slides/charts/chart2.xml" Id="R91e42456cf5d472f" /><Relationship Type="http://schemas.openxmlformats.org/officeDocument/2006/relationships/notesSlide" Target="/ppt/notesSlides/notesSlide7.xml" Id="R6e6d926c614d4d00"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5ea91ee9a42847cd" /><Relationship Type="http://schemas.openxmlformats.org/officeDocument/2006/relationships/image" Target="/ppt/media/image7.png" Id="R973c8b1440f54ad4" /><Relationship Type="http://schemas.openxmlformats.org/officeDocument/2006/relationships/notesSlide" Target="/ppt/notesSlides/notesSlide8.xml" Id="R5f8702907f334f80"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f7477d00650748de" /><Relationship Type="http://schemas.openxmlformats.org/officeDocument/2006/relationships/image" Target="/ppt/media/image8.png" Id="Rd18d6a49efb340c0" /><Relationship Type="http://schemas.openxmlformats.org/officeDocument/2006/relationships/notesSlide" Target="/ppt/notesSlides/notesSlide9.xml" Id="Rbb7fde18b5694b3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d51bd955030447a7" /><Relationship Type="http://schemas.openxmlformats.org/officeDocument/2006/relationships/image" Target="/ppt/media/image9.png" Id="Rec21479fc1b24bdf" /><Relationship Type="http://schemas.openxmlformats.org/officeDocument/2006/relationships/chart" Target="/ppt/slides/charts/chart3.xml" Id="R69e2551a412c40a4" /><Relationship Type="http://schemas.openxmlformats.org/officeDocument/2006/relationships/notesSlide" Target="/ppt/notesSlides/notesSlide10.xml" Id="Rca8f8ae06b014f80"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c3e6fa42254e47d7" /><Relationship Type="http://schemas.openxmlformats.org/officeDocument/2006/relationships/image" Target="/ppt/media/image10.png" Id="R2dd0787f93964b92" /><Relationship Type="http://schemas.openxmlformats.org/officeDocument/2006/relationships/chart" Target="/ppt/slides/charts/chart4.xml" Id="R6fa0b1ab6da74dcb" /><Relationship Type="http://schemas.openxmlformats.org/officeDocument/2006/relationships/notesSlide" Target="/ppt/notesSlides/notesSlide11.xml" Id="R6a22c411a4164bc5"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6cf8f55e8e0f43e8" /><Relationship Type="http://schemas.openxmlformats.org/officeDocument/2006/relationships/image" Target="/ppt/media/image11.png" Id="R91f43c338b6f435b" /><Relationship Type="http://schemas.openxmlformats.org/officeDocument/2006/relationships/notesSlide" Target="/ppt/notesSlides/notesSlide12.xml" Id="R8f7887f377314427"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d1cadf5b3b7c4c15" /><Relationship Type="http://schemas.openxmlformats.org/officeDocument/2006/relationships/image" Target="/ppt/media/image12.png" Id="R2e07c8ddc21a48da" /><Relationship Type="http://schemas.openxmlformats.org/officeDocument/2006/relationships/chart" Target="/ppt/slides/charts/chart5.xml" Id="Rabcbc005d4b94f2f" /><Relationship Type="http://schemas.openxmlformats.org/officeDocument/2006/relationships/notesSlide" Target="/ppt/notesSlides/notesSlide13.xml" Id="Rd2333bbad8df4e1a"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1d4991c503644705" /><Relationship Type="http://schemas.openxmlformats.org/officeDocument/2006/relationships/image" Target="/ppt/media/image5.png" Id="R466da496f4574977" /><Relationship Type="http://schemas.openxmlformats.org/officeDocument/2006/relationships/notesSlide" Target="/ppt/notesSlides/notesSlide14.xml" Id="Rded5c05440804021"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800e3c7c0c464844" /><Relationship Type="http://schemas.openxmlformats.org/officeDocument/2006/relationships/image" Target="/ppt/media/image13.png" Id="Ref95636b212e4f5f" /><Relationship Type="http://schemas.openxmlformats.org/officeDocument/2006/relationships/notesSlide" Target="/ppt/notesSlides/notesSlide15.xml" Id="R1027af6c76ab4754"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e62fb1aa9a8141a1" /><Relationship Type="http://schemas.openxmlformats.org/officeDocument/2006/relationships/image" Target="/ppt/media/image14.png" Id="R71a87c9631484808" /><Relationship Type="http://schemas.openxmlformats.org/officeDocument/2006/relationships/chart" Target="/ppt/slides/charts/chart6.xml" Id="R7b4367b0661c4387" /><Relationship Type="http://schemas.openxmlformats.org/officeDocument/2006/relationships/notesSlide" Target="/ppt/notesSlides/notesSlide16.xml" Id="R011b960cd0ef4551"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48a3c859b2264df8" /><Relationship Type="http://schemas.openxmlformats.org/officeDocument/2006/relationships/image" Target="/ppt/media/image15.png" Id="R8b56723eb6c244a8" /><Relationship Type="http://schemas.openxmlformats.org/officeDocument/2006/relationships/chart" Target="/ppt/slides/charts/chart7.xml" Id="R85cd80338a3540e5" /><Relationship Type="http://schemas.openxmlformats.org/officeDocument/2006/relationships/notesSlide" Target="/ppt/notesSlides/notesSlide17.xml" Id="R3602e04babe84265"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8731031a908543c7" /><Relationship Type="http://schemas.openxmlformats.org/officeDocument/2006/relationships/image" Target="/ppt/media/image16.png" Id="R65457d81ab904f10" /><Relationship Type="http://schemas.openxmlformats.org/officeDocument/2006/relationships/notesSlide" Target="/ppt/notesSlides/notesSlide18.xml" Id="R61e9e7f8d739453a"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0b4e0b6712374e18" /><Relationship Type="http://schemas.openxmlformats.org/officeDocument/2006/relationships/image" Target="/ppt/media/image17.png" Id="R970e4d383dce462e" /><Relationship Type="http://schemas.openxmlformats.org/officeDocument/2006/relationships/notesSlide" Target="/ppt/notesSlides/notesSlide19.xml" Id="R77cbee8cc02f488d"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87d8a0ea7da0431f" /><Relationship Type="http://schemas.openxmlformats.org/officeDocument/2006/relationships/image" Target="/ppt/media/image18.png" Id="R067b53b730904f28" /><Relationship Type="http://schemas.openxmlformats.org/officeDocument/2006/relationships/notesSlide" Target="/ppt/notesSlides/notesSlide20.xml" Id="Ra3e89d7292eb4302"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_rels/chart5.xml.rels><Relationships xmlns="http://schemas.openxmlformats.org/package/2006/relationships"><Relationship Id="rIdChartSnapshot1" Type="http://schemas.openxmlformats.org/officeDocument/2006/relationships/package" Target="../../embeddings/chart-data-snapshot-005.xlsx"/></Relationships>
</file>

<file path=ppt/slides/charts/_rels/chart6.xml.rels><Relationships xmlns="http://schemas.openxmlformats.org/package/2006/relationships"><Relationship Id="rIdChartSnapshot1" Type="http://schemas.openxmlformats.org/officeDocument/2006/relationships/package" Target="../../embeddings/chart-data-snapshot-006.xlsx"/></Relationships>
</file>

<file path=ppt/slides/charts/_rels/chart7.xml.rels><Relationships xmlns="http://schemas.openxmlformats.org/package/2006/relationships"><Relationship Id="rIdChartSnapshot1" Type="http://schemas.openxmlformats.org/officeDocument/2006/relationships/package" Target="../../embeddings/chart-data-snapshot-007.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stacked"/>
        <c:varyColors val="0"/>
        <c:ser>
          <c:idx val="0"/>
          <c:order val="0"/>
          <c:tx>
            <c:v>Cihazda kalan</c:v>
          </c:tx>
          <c:spPr>
            <a:solidFill xmlns:a="http://schemas.openxmlformats.org/drawingml/2006/main">
              <a:srgbClr val="117B78"/>
            </a:solidFill>
          </c:spPr>
          <c:invertIfNegative val="0"/>
          <c:cat>
            <c:strRef>
              <c:f>'Chart Data'!$A$2:$A$2</c:f>
              <c:strCache>
                <c:ptCount val="1"/>
                <c:pt idx="0">
                  <c:v>Bir görev</c:v>
                </c:pt>
              </c:strCache>
            </c:strRef>
          </c:cat>
          <c:val>
            <c:numRef>
              <c:f>'Chart Data'!$B$2:$B$2</c:f>
              <c:numCache>
                <c:formatCode>General</c:formatCode>
                <c:ptCount val="1"/>
                <c:pt idx="0">
                  <c:v>0.6</c:v>
                </c:pt>
              </c:numCache>
            </c:numRef>
          </c:val>
        </c:ser>
        <c:ser>
          <c:idx val="1"/>
          <c:order val="1"/>
          <c:tx>
            <c:v>Sunucuya giden</c:v>
          </c:tx>
          <c:spPr>
            <a:solidFill xmlns:a="http://schemas.openxmlformats.org/drawingml/2006/main">
              <a:srgbClr val="C5794E"/>
            </a:solidFill>
          </c:spPr>
          <c:invertIfNegative val="0"/>
          <c:cat>
            <c:strRef>
              <c:f>'Chart Data'!$C$2:$C$2</c:f>
              <c:strCache>
                <c:ptCount val="1"/>
                <c:pt idx="0">
                  <c:v>Bir görev</c:v>
                </c:pt>
              </c:strCache>
            </c:strRef>
          </c:cat>
          <c:val>
            <c:numRef>
              <c:f>'Chart Data'!$D$2:$D$2</c:f>
              <c:numCache>
                <c:formatCode>General</c:formatCode>
                <c:ptCount val="1"/>
                <c:pt idx="0">
                  <c:v>0.4</c:v>
                </c:pt>
              </c:numCache>
            </c:numRef>
          </c:val>
        </c:ser>
        <c:dLbls>
          <c:numFmt formatCode="0%" sourceLinked="0"/>
          <c:txPr>
            <a:bodyPr xmlns:a="http://schemas.openxmlformats.org/drawingml/2006/main" anchorCtr="1"/>
            <a:lstStyle xmlns:a="http://schemas.openxmlformats.org/drawingml/2006/main"/>
            <a:p xmlns:a="http://schemas.openxmlformats.org/drawingml/2006/main">
              <a:pPr>
                <a:defRPr sz="2550" b="1">
                  <a:solidFill>
                    <a:srgbClr val="F7FBFC"/>
                  </a:solidFill>
                  <a:latin typeface="Segoe UI"/>
                  <a:ea typeface="Segoe UI"/>
                  <a:cs typeface="Segoe UI"/>
                </a:defRPr>
              </a:pPr>
            </a:p>
          </c:txPr>
          <c:dLblPos val="ctr"/>
          <c:showLegendKey val="0"/>
          <c:showVal val="1"/>
          <c:showCatName val="0"/>
          <c:showSerName val="0"/>
          <c:showPercent val="0"/>
          <c:showBubbleSize val="0"/>
          <c:showLeaderLines val="0"/>
        </c:dLbls>
        <c:gapWidth val="90"/>
        <c:overlap val="100"/>
        <c:axId val="48650112"/>
        <c:axId val="48672768"/>
      </c:barChart>
      <c:catAx>
        <c:axId val="48650112"/>
        <c:scaling>
          <c:orientation val="minMax"/>
        </c:scaling>
        <c:delete val="1"/>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defRPr>
            </a:pPr>
          </a:p>
        </c:txPr>
        <c:crossAx val="48672768"/>
      </c:catAx>
      <c:valAx>
        <c:axId val="48672768"/>
        <c:scaling>
          <c:orientation val="minMax"/>
          <c:max val="1"/>
          <c:min val="0"/>
        </c:scaling>
        <c:delete val="1"/>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defRPr>
            </a:pPr>
          </a:p>
        </c:txPr>
        <c:crossAx val="48650112"/>
        <c:crossBetween val="between"/>
      </c:valAx>
      <c:spPr>
        <a:noFill xmlns:a="http://schemas.openxmlformats.org/drawingml/2006/main"/>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875">
              <a:solidFill>
                <a:srgbClr val="102D3B"/>
              </a:solidFill>
              <a:latin typeface="Segoe UI"/>
              <a:ea typeface="Segoe UI"/>
              <a:cs typeface="Segoe UI"/>
            </a:defRPr>
          </a:pPr>
        </a:p>
      </c:txPr>
    </c:legend>
    <c:plotVisOnly val="1"/>
  </c:chart>
  <c:spPr>
    <a:noFill xmlns:a="http://schemas.openxmlformats.org/drawingml/2006/main"/>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scatterChart>
        <c:scatterStyle val="lineMarker"/>
        <c:varyColors val="0"/>
        <c:ser>
          <c:idx val="0"/>
          <c:order val="0"/>
          <c:tx>
            <c:v>Üçgen değerlendirme</c:v>
          </c:tx>
          <c:spPr>
            <a:ln xmlns:a="http://schemas.openxmlformats.org/drawingml/2006/main" w="47625">
              <a:solidFill>
                <a:srgbClr val="117B78"/>
              </a:solidFill>
              <a:prstDash val="solid"/>
            </a:ln>
          </c:spPr>
          <c:marker>
            <c:symbol val="circle"/>
            <c:size val="10"/>
            <c:spPr>
              <a:solidFill xmlns:a="http://schemas.openxmlformats.org/drawingml/2006/main">
                <a:srgbClr val="117B78"/>
              </a:solidFill>
            </c:spPr>
          </c:marker>
          <c:xVal>
            <c:numRef>
              <c:f>'Chart Data'!$A$2:$A$4</c:f>
              <c:numCache>
                <c:formatCode>General</c:formatCode>
                <c:ptCount val="3"/>
                <c:pt idx="0">
                  <c:v>0.4</c:v>
                </c:pt>
                <c:pt idx="1">
                  <c:v>0.7</c:v>
                </c:pt>
                <c:pt idx="2">
                  <c:v>1</c:v>
                </c:pt>
              </c:numCache>
            </c:numRef>
          </c:xVal>
          <c:yVal>
            <c:numRef>
              <c:f>'Chart Data'!$B$2:$B$4</c:f>
              <c:numCache>
                <c:formatCode>General</c:formatCode>
                <c:ptCount val="3"/>
                <c:pt idx="0">
                  <c:v>0</c:v>
                </c:pt>
                <c:pt idx="1">
                  <c:v>1</c:v>
                </c:pt>
                <c:pt idx="2">
                  <c:v>0</c:v>
                </c:pt>
              </c:numCache>
            </c:numRef>
          </c:yVal>
        </c:ser>
        <c:axId val="48650112"/>
        <c:axId val="48672768"/>
      </c:scatterChart>
      <c:valAx>
        <c:axId val="48672768"/>
        <c:scaling>
          <c:orientation val="minMax"/>
          <c:max val="1"/>
          <c:min val="0"/>
        </c:scaling>
        <c:delete val="0"/>
        <c:axPos val="l"/>
        <c:majorGridlines>
          <c:spPr>
            <a:ln xmlns:a="http://schemas.openxmlformats.org/drawingml/2006/main" w="9525">
              <a:solidFill>
                <a:srgbClr val="D5DEDB"/>
              </a:solidFill>
            </a:ln>
          </c:spPr>
        </c:majorGridlines>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725">
                <a:solidFill>
                  <a:srgbClr val="57717A"/>
                </a:solidFill>
                <a:latin typeface="Segoe UI"/>
                <a:ea typeface="Segoe UI"/>
                <a:cs typeface="Segoe UI"/>
              </a:defRPr>
            </a:pPr>
          </a:p>
        </c:txPr>
        <c:crossAx val="48650112"/>
        <c:majorUnit val="0.5"/>
      </c:valAx>
      <c:valAx>
        <c:axId val="48650112"/>
        <c:scaling>
          <c:orientation val="minMax"/>
          <c:max val="1"/>
          <c:min val="0"/>
        </c:scaling>
        <c:delete val="0"/>
        <c:axPos val="b"/>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725">
                <a:solidFill>
                  <a:srgbClr val="57717A"/>
                </a:solidFill>
                <a:latin typeface="Segoe UI"/>
                <a:ea typeface="Segoe UI"/>
                <a:cs typeface="Segoe UI"/>
              </a:defRPr>
            </a:pPr>
          </a:p>
        </c:txPr>
        <c:crossAx val="48672768"/>
        <c:majorUnit val="0.2"/>
      </c:valAx>
      <c:spPr>
        <a:noFill xmlns:a="http://schemas.openxmlformats.org/drawingml/2006/main"/>
      </c:spPr>
    </c:plotArea>
    <c:plotVisOnly val="1"/>
  </c:chart>
  <c:spPr>
    <a:noFill xmlns:a="http://schemas.openxmlformats.org/drawingml/2006/main"/>
    <a:ln xmlns:a="http://schemas.openxmlformats.org/drawingml/2006/main" w="0">
      <a:noFill/>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Üst sınır</c:v>
          </c:tx>
          <c:spPr>
            <a:solidFill xmlns:a="http://schemas.openxmlformats.org/drawingml/2006/main">
              <a:srgbClr val="117B78"/>
            </a:solidFill>
          </c:spPr>
          <c:invertIfNegative val="0"/>
          <c:dPt>
            <c:idx val="1"/>
            <c:invertIfNegative val="0"/>
            <c:spPr>
              <a:solidFill xmlns:a="http://schemas.openxmlformats.org/drawingml/2006/main">
                <a:srgbClr val="C5794E"/>
              </a:solidFill>
            </c:spPr>
          </c:dPt>
          <c:cat>
            <c:strRef>
              <c:f>'Chart Data'!$A$2:$A$3</c:f>
              <c:strCache>
                <c:ptCount val="2"/>
                <c:pt idx="0">
                  <c:v>U = 0,00</c:v>
                </c:pt>
                <c:pt idx="1">
                  <c:v>U = 0,60</c:v>
                </c:pt>
              </c:strCache>
            </c:strRef>
          </c:cat>
          <c:val>
            <c:numRef>
              <c:f>'Chart Data'!$B$2:$B$3</c:f>
              <c:numCache>
                <c:formatCode>0%</c:formatCode>
                <c:ptCount val="2"/>
                <c:pt idx="0">
                  <c:v>0.738767</c:v>
                </c:pt>
                <c:pt idx="1">
                  <c:v>0.416147</c:v>
                </c:pt>
              </c:numCache>
            </c:numRef>
          </c:val>
        </c:ser>
        <c:dLbls>
          <c:numFmt formatCode="0%" sourceLinked="0"/>
          <c:txPr>
            <a:bodyPr xmlns:a="http://schemas.openxmlformats.org/drawingml/2006/main" anchorCtr="1"/>
            <a:lstStyle xmlns:a="http://schemas.openxmlformats.org/drawingml/2006/main"/>
            <a:p xmlns:a="http://schemas.openxmlformats.org/drawingml/2006/main">
              <a:pPr>
                <a:defRPr sz="2100" b="1">
                  <a:solidFill>
                    <a:srgbClr val="102D3B"/>
                  </a:solidFill>
                  <a:latin typeface="Segoe UI"/>
                  <a:ea typeface="Segoe UI"/>
                  <a:cs typeface="Segoe UI"/>
                </a:defRPr>
              </a:pPr>
            </a:p>
          </c:txPr>
          <c:dLblPos val="outEnd"/>
          <c:showLegendKey val="0"/>
          <c:showVal val="1"/>
          <c:showCatName val="0"/>
          <c:showSerName val="0"/>
          <c:showPercent val="0"/>
          <c:showBubbleSize val="0"/>
          <c:showLeaderLines val="0"/>
        </c:dLbls>
        <c:gapWidth val="9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5DEDB"/>
            </a:solidFill>
          </a:ln>
        </c:spPr>
        <c:txPr>
          <a:bodyPr xmlns:a="http://schemas.openxmlformats.org/drawingml/2006/main" anchorCtr="1"/>
          <a:lstStyle xmlns:a="http://schemas.openxmlformats.org/drawingml/2006/main"/>
          <a:p xmlns:a="http://schemas.openxmlformats.org/drawingml/2006/main">
            <a:pPr>
              <a:defRPr sz="1875">
                <a:solidFill>
                  <a:srgbClr val="102D3B"/>
                </a:solidFill>
                <a:latin typeface="Segoe UI"/>
                <a:ea typeface="Segoe UI"/>
                <a:cs typeface="Segoe UI"/>
              </a:defRPr>
            </a:pPr>
          </a:p>
        </c:txPr>
        <c:crossAx val="48672768"/>
      </c:catAx>
      <c:valAx>
        <c:axId val="48672768"/>
        <c:scaling>
          <c:orientation val="minMax"/>
          <c:max val="1"/>
          <c:min val="0"/>
        </c:scaling>
        <c:delete val="0"/>
        <c:axPos val="l"/>
        <c:majorGridlines>
          <c:spPr>
            <a:ln xmlns:a="http://schemas.openxmlformats.org/drawingml/2006/main" w="9525">
              <a:solidFill>
                <a:srgbClr val="D5DEDB"/>
              </a:solidFill>
              <a:prstDash val="solid"/>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57717A"/>
                </a:solidFill>
                <a:latin typeface="Segoe UI"/>
                <a:ea typeface="Segoe UI"/>
                <a:cs typeface="Segoe UI"/>
              </a:defRPr>
            </a:pPr>
          </a:p>
        </c:txPr>
        <c:crossAx val="48650112"/>
        <c:crossBetween val="between"/>
      </c:valAx>
      <c:spPr>
        <a:noFill xmlns:a="http://schemas.openxmlformats.org/drawingml/2006/main"/>
        <a:ln xmlns:a="http://schemas.openxmlformats.org/drawingml/2006/main" w="0">
          <a:noFill/>
        </a:ln>
      </c:spPr>
    </c:plotArea>
    <c:plotVisOnly val="1"/>
  </c:chart>
  <c:spPr>
    <a:noFill xmlns:a="http://schemas.openxmlformats.org/drawingml/2006/main"/>
    <a:ln xmlns:a="http://schemas.openxmlformats.org/drawingml/2006/main" w="0">
      <a:noFill/>
    </a:ln>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Görev süresi</c:v>
          </c:tx>
          <c:spPr>
            <a:solidFill xmlns:a="http://schemas.openxmlformats.org/drawingml/2006/main">
              <a:srgbClr val="6FE0CC"/>
            </a:solidFill>
          </c:spPr>
          <c:invertIfNegative val="0"/>
          <c:dPt>
            <c:idx val="0"/>
            <c:invertIfNegative val="0"/>
            <c:spPr>
              <a:solidFill xmlns:a="http://schemas.openxmlformats.org/drawingml/2006/main">
                <a:srgbClr val="8098A4"/>
              </a:solidFill>
            </c:spPr>
          </c:dPt>
          <c:dPt>
            <c:idx val="1"/>
            <c:invertIfNegative val="0"/>
            <c:spPr>
              <a:solidFill xmlns:a="http://schemas.openxmlformats.org/drawingml/2006/main">
                <a:srgbClr val="C5794E"/>
              </a:solidFill>
            </c:spPr>
          </c:dPt>
          <c:cat>
            <c:strRef>
              <c:f>'Chart Data'!$A$2:$A$4</c:f>
              <c:strCache>
                <c:ptCount val="3"/>
                <c:pt idx="0">
                  <c:v>Yerel</c:v>
                </c:pt>
                <c:pt idx="1">
                  <c:v>BOALBFS</c:v>
                </c:pt>
                <c:pt idx="2">
                  <c:v>Mamdani</c:v>
                </c:pt>
              </c:strCache>
            </c:strRef>
          </c:cat>
          <c:val>
            <c:numRef>
              <c:f>'Chart Data'!$B$2:$B$4</c:f>
              <c:numCache>
                <c:formatCode>0.00</c:formatCode>
                <c:ptCount val="3"/>
                <c:pt idx="0">
                  <c:v>46.1656</c:v>
                </c:pt>
                <c:pt idx="1">
                  <c:v>36.0901</c:v>
                </c:pt>
                <c:pt idx="2">
                  <c:v>42.853</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2100" b="1">
                  <a:solidFill>
                    <a:srgbClr val="F7FBFC"/>
                  </a:solidFill>
                  <a:latin typeface="Segoe UI"/>
                  <a:ea typeface="Segoe UI"/>
                  <a:cs typeface="Segoe UI"/>
                </a:defRPr>
              </a:pPr>
            </a:p>
          </c:txPr>
          <c:dLblPos val="outEnd"/>
          <c:showLegendKey val="0"/>
          <c:showVal val="1"/>
          <c:showCatName val="0"/>
          <c:showSerName val="0"/>
          <c:showPercent val="0"/>
          <c:showBubbleSize val="0"/>
          <c:showLeaderLines val="0"/>
        </c:dLbls>
        <c:gapWidth val="9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31505D"/>
            </a:solidFill>
          </a:ln>
        </c:spPr>
        <c:txPr>
          <a:bodyPr xmlns:a="http://schemas.openxmlformats.org/drawingml/2006/main" anchorCtr="1"/>
          <a:lstStyle xmlns:a="http://schemas.openxmlformats.org/drawingml/2006/main"/>
          <a:p xmlns:a="http://schemas.openxmlformats.org/drawingml/2006/main">
            <a:pPr>
              <a:defRPr sz="1875">
                <a:solidFill>
                  <a:srgbClr val="F7FBFC"/>
                </a:solidFill>
                <a:latin typeface="Segoe UI"/>
                <a:ea typeface="Segoe UI"/>
                <a:cs typeface="Segoe UI"/>
              </a:defRPr>
            </a:pPr>
          </a:p>
        </c:txPr>
        <c:crossAx val="48672768"/>
      </c:catAx>
      <c:valAx>
        <c:axId val="48672768"/>
        <c:scaling>
          <c:orientation val="minMax"/>
          <c:max val="50"/>
          <c:min val="0"/>
        </c:scaling>
        <c:delete val="0"/>
        <c:axPos val="l"/>
        <c:majorGridlines>
          <c:spPr>
            <a:ln xmlns:a="http://schemas.openxmlformats.org/drawingml/2006/main" w="9525">
              <a:solidFill>
                <a:srgbClr val="31505D"/>
              </a:solidFill>
              <a:prstDash val="solid"/>
            </a:ln>
          </c:spPr>
        </c:majorGridlines>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ACC5CC"/>
                </a:solidFill>
                <a:latin typeface="Segoe UI"/>
                <a:ea typeface="Segoe UI"/>
                <a:cs typeface="Segoe UI"/>
              </a:defRPr>
            </a:pPr>
          </a:p>
        </c:txPr>
        <c:crossAx val="48650112"/>
        <c:crossBetween val="between"/>
      </c:valAx>
      <c:spPr>
        <a:noFill xmlns:a="http://schemas.openxmlformats.org/drawingml/2006/main"/>
        <a:ln xmlns:a="http://schemas.openxmlformats.org/drawingml/2006/main" w="0">
          <a:noFill/>
        </a:ln>
      </c:spPr>
    </c:plotArea>
    <c:plotVisOnly val="1"/>
  </c:chart>
  <c:spPr>
    <a:noFill xmlns:a="http://schemas.openxmlformats.org/drawingml/2006/main"/>
    <a:ln xmlns:a="http://schemas.openxmlformats.org/drawingml/2006/main" w="0">
      <a:noFill/>
    </a:ln>
  </c:spPr>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F</c:v>
          </c:tx>
          <c:spPr>
            <a:solidFill xmlns:a="http://schemas.openxmlformats.org/drawingml/2006/main">
              <a:srgbClr val="117B78"/>
            </a:solidFill>
          </c:spPr>
          <c:invertIfNegative val="0"/>
          <c:dPt>
            <c:idx val="0"/>
            <c:invertIfNegative val="0"/>
            <c:spPr>
              <a:solidFill xmlns:a="http://schemas.openxmlformats.org/drawingml/2006/main">
                <a:srgbClr val="78929B"/>
              </a:solidFill>
            </c:spPr>
          </c:dPt>
          <c:dPt>
            <c:idx val="1"/>
            <c:invertIfNegative val="0"/>
            <c:spPr>
              <a:solidFill xmlns:a="http://schemas.openxmlformats.org/drawingml/2006/main">
                <a:srgbClr val="C5794E"/>
              </a:solidFill>
            </c:spPr>
          </c:dPt>
          <c:cat>
            <c:strRef>
              <c:f>'Chart Data'!$A$2:$A$4</c:f>
              <c:strCache>
                <c:ptCount val="3"/>
                <c:pt idx="0">
                  <c:v>Yerel</c:v>
                </c:pt>
                <c:pt idx="1">
                  <c:v>Tam kenar</c:v>
                </c:pt>
                <c:pt idx="2">
                  <c:v>Birlikte</c:v>
                </c:pt>
              </c:strCache>
            </c:strRef>
          </c:cat>
          <c:val>
            <c:numRef>
              <c:f>'Chart Data'!$B$2:$B$4</c:f>
              <c:numCache>
                <c:formatCode>0.000</c:formatCode>
                <c:ptCount val="3"/>
                <c:pt idx="0">
                  <c:v>0.239262</c:v>
                </c:pt>
                <c:pt idx="1">
                  <c:v>0.621733</c:v>
                </c:pt>
                <c:pt idx="2">
                  <c:v>0.238117</c:v>
                </c:pt>
              </c:numCache>
            </c:numRef>
          </c:val>
        </c:ser>
        <c:dLbls>
          <c:numFmt formatCode="0.000" sourceLinked="0"/>
          <c:txPr>
            <a:bodyPr xmlns:a="http://schemas.openxmlformats.org/drawingml/2006/main" anchorCtr="1"/>
            <a:lstStyle xmlns:a="http://schemas.openxmlformats.org/drawingml/2006/main"/>
            <a:p xmlns:a="http://schemas.openxmlformats.org/drawingml/2006/main">
              <a:pPr>
                <a:defRPr sz="2100" b="1">
                  <a:solidFill>
                    <a:srgbClr val="102D3B"/>
                  </a:solidFill>
                  <a:latin typeface="Segoe UI"/>
                  <a:ea typeface="Segoe UI"/>
                  <a:cs typeface="Segoe UI"/>
                </a:defRPr>
              </a:pPr>
            </a:p>
          </c:txPr>
          <c:dLblPos val="outEnd"/>
          <c:showLegendKey val="0"/>
          <c:showVal val="1"/>
          <c:showCatName val="0"/>
          <c:showSerName val="0"/>
          <c:showPercent val="0"/>
          <c:showBubbleSize val="0"/>
          <c:showLeaderLines val="0"/>
        </c:dLbls>
        <c:gapWidth val="9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5DEDB"/>
            </a:solidFill>
          </a:ln>
        </c:spPr>
        <c:txPr>
          <a:bodyPr xmlns:a="http://schemas.openxmlformats.org/drawingml/2006/main" anchorCtr="1"/>
          <a:lstStyle xmlns:a="http://schemas.openxmlformats.org/drawingml/2006/main"/>
          <a:p xmlns:a="http://schemas.openxmlformats.org/drawingml/2006/main">
            <a:pPr>
              <a:defRPr sz="1875">
                <a:solidFill>
                  <a:srgbClr val="102D3B"/>
                </a:solidFill>
                <a:latin typeface="Segoe UI"/>
                <a:ea typeface="Segoe UI"/>
                <a:cs typeface="Segoe UI"/>
              </a:defRPr>
            </a:pPr>
          </a:p>
        </c:txPr>
        <c:crossAx val="48672768"/>
      </c:catAx>
      <c:valAx>
        <c:axId val="48672768"/>
        <c:scaling>
          <c:orientation val="minMax"/>
          <c:max val="0.7"/>
          <c:min val="0"/>
        </c:scaling>
        <c:delete val="0"/>
        <c:axPos val="l"/>
        <c:majorGridlines>
          <c:spPr>
            <a:ln xmlns:a="http://schemas.openxmlformats.org/drawingml/2006/main" w="9525">
              <a:solidFill>
                <a:srgbClr val="D5DEDB"/>
              </a:solidFill>
              <a:prstDash val="solid"/>
            </a:ln>
          </c:spPr>
        </c:majorGridlines>
        <c:numFmt formatCode="0.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57717A"/>
                </a:solidFill>
                <a:latin typeface="Segoe UI"/>
                <a:ea typeface="Segoe UI"/>
                <a:cs typeface="Segoe UI"/>
              </a:defRPr>
            </a:pPr>
          </a:p>
        </c:txPr>
        <c:crossAx val="48650112"/>
        <c:crossBetween val="between"/>
      </c:valAx>
      <c:spPr>
        <a:noFill xmlns:a="http://schemas.openxmlformats.org/drawingml/2006/main"/>
        <a:ln xmlns:a="http://schemas.openxmlformats.org/drawingml/2006/main" w="0">
          <a:noFill/>
        </a:ln>
      </c:spPr>
    </c:plotArea>
    <c:plotVisOnly val="1"/>
  </c:chart>
  <c:spPr>
    <a:noFill xmlns:a="http://schemas.openxmlformats.org/drawingml/2006/main"/>
    <a:ln xmlns:a="http://schemas.openxmlformats.org/drawingml/2006/main" w="0">
      <a:noFill/>
    </a:ln>
  </c:spPr>
  <c:externalData r:id="rIdChartSnapshot1">
    <c:autoUpdate val="0"/>
  </c:externalData>
</c:chartSpace>
</file>

<file path=ppt/slides/charts/chart6.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Temel</c:v>
          </c:tx>
          <c:spPr>
            <a:solidFill xmlns:a="http://schemas.openxmlformats.org/drawingml/2006/main">
              <a:srgbClr val="C5794E"/>
            </a:solidFill>
          </c:spPr>
          <c:invertIfNegative val="0"/>
          <c:cat>
            <c:numRef>
              <c:f>'Chart Data'!$A$2:$A$6</c:f>
              <c:numCache>
                <c:formatCode>General</c:formatCode>
                <c:ptCount val="5"/>
                <c:pt idx="0">
                  <c:v>7</c:v>
                </c:pt>
                <c:pt idx="1">
                  <c:v>21</c:v>
                </c:pt>
                <c:pt idx="2">
                  <c:v>42</c:v>
                </c:pt>
                <c:pt idx="3">
                  <c:v>84</c:v>
                </c:pt>
                <c:pt idx="4">
                  <c:v>2026</c:v>
                </c:pt>
              </c:numCache>
            </c:numRef>
          </c:cat>
          <c:val>
            <c:numRef>
              <c:f>'Chart Data'!$B$2:$B$6</c:f>
              <c:numCache>
                <c:formatCode>0.00</c:formatCode>
                <c:ptCount val="5"/>
                <c:pt idx="0">
                  <c:v>0</c:v>
                </c:pt>
                <c:pt idx="1">
                  <c:v>0</c:v>
                </c:pt>
                <c:pt idx="2">
                  <c:v>0</c:v>
                </c:pt>
                <c:pt idx="3">
                  <c:v>0</c:v>
                </c:pt>
                <c:pt idx="4">
                  <c:v>0.034744</c:v>
                </c:pt>
              </c:numCache>
            </c:numRef>
          </c:val>
        </c:ser>
        <c:ser>
          <c:idx val="1"/>
          <c:order val="1"/>
          <c:tx>
            <c:v>Mamdani</c:v>
          </c:tx>
          <c:spPr>
            <a:solidFill xmlns:a="http://schemas.openxmlformats.org/drawingml/2006/main">
              <a:srgbClr val="117B78"/>
            </a:solidFill>
          </c:spPr>
          <c:invertIfNegative val="0"/>
          <c:cat>
            <c:numRef>
              <c:f>'Chart Data'!$C$2:$C$6</c:f>
              <c:numCache>
                <c:formatCode>General</c:formatCode>
                <c:ptCount val="5"/>
                <c:pt idx="0">
                  <c:v>7</c:v>
                </c:pt>
                <c:pt idx="1">
                  <c:v>21</c:v>
                </c:pt>
                <c:pt idx="2">
                  <c:v>42</c:v>
                </c:pt>
                <c:pt idx="3">
                  <c:v>84</c:v>
                </c:pt>
                <c:pt idx="4">
                  <c:v>2026</c:v>
                </c:pt>
              </c:numCache>
            </c:numRef>
          </c:cat>
          <c:val>
            <c:numRef>
              <c:f>'Chart Data'!$D$2:$D$6</c:f>
              <c:numCache>
                <c:formatCode>0.00</c:formatCode>
                <c:ptCount val="5"/>
                <c:pt idx="0">
                  <c:v>0</c:v>
                </c:pt>
                <c:pt idx="1">
                  <c:v>0.018846</c:v>
                </c:pt>
                <c:pt idx="2">
                  <c:v>0.011363</c:v>
                </c:pt>
                <c:pt idx="3">
                  <c:v>0</c:v>
                </c:pt>
                <c:pt idx="4">
                  <c:v>0</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2100" b="1">
                  <a:solidFill>
                    <a:srgbClr val="102D3B"/>
                  </a:solidFill>
                  <a:latin typeface="Segoe UI"/>
                  <a:ea typeface="Segoe UI"/>
                  <a:cs typeface="Segoe UI"/>
                </a:defRPr>
              </a:pPr>
            </a:p>
          </c:txPr>
          <c:dLblPos val="outEnd"/>
          <c:showLegendKey val="0"/>
          <c:showVal val="0"/>
          <c:showCatName val="0"/>
          <c:showSerName val="0"/>
          <c:showPercent val="0"/>
          <c:showBubbleSize val="0"/>
          <c:showLeaderLines val="0"/>
        </c:dLbls>
        <c:gapWidth val="9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5DEDB"/>
            </a:solidFill>
          </a:ln>
        </c:spPr>
        <c:txPr>
          <a:bodyPr xmlns:a="http://schemas.openxmlformats.org/drawingml/2006/main" anchorCtr="1"/>
          <a:lstStyle xmlns:a="http://schemas.openxmlformats.org/drawingml/2006/main"/>
          <a:p xmlns:a="http://schemas.openxmlformats.org/drawingml/2006/main">
            <a:pPr>
              <a:defRPr sz="1875">
                <a:solidFill>
                  <a:srgbClr val="102D3B"/>
                </a:solidFill>
                <a:latin typeface="Segoe UI"/>
                <a:ea typeface="Segoe UI"/>
                <a:cs typeface="Segoe UI"/>
              </a:defRPr>
            </a:pPr>
          </a:p>
        </c:txPr>
        <c:crossAx val="48672768"/>
      </c:catAx>
      <c:valAx>
        <c:axId val="48672768"/>
        <c:scaling>
          <c:orientation val="minMax"/>
          <c:max val="0.04"/>
          <c:min val="0"/>
        </c:scaling>
        <c:delete val="0"/>
        <c:axPos val="l"/>
        <c:majorGridlines>
          <c:spPr>
            <a:ln xmlns:a="http://schemas.openxmlformats.org/drawingml/2006/main" w="9525">
              <a:solidFill>
                <a:srgbClr val="D5DEDB"/>
              </a:solidFill>
              <a:prstDash val="solid"/>
            </a:ln>
          </c:spPr>
        </c:majorGridlines>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57717A"/>
                </a:solidFill>
                <a:latin typeface="Segoe UI"/>
                <a:ea typeface="Segoe UI"/>
                <a:cs typeface="Segoe UI"/>
              </a:defRPr>
            </a:pPr>
          </a:p>
        </c:txPr>
        <c:crossAx val="48650112"/>
        <c:crossBetween val="between"/>
      </c:valAx>
      <c:spPr>
        <a:noFill xmlns:a="http://schemas.openxmlformats.org/drawingml/2006/main"/>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875">
              <a:solidFill>
                <a:srgbClr val="102D3B"/>
              </a:solidFill>
              <a:latin typeface="Segoe UI"/>
              <a:ea typeface="Segoe UI"/>
              <a:cs typeface="Segoe UI"/>
            </a:defRPr>
          </a:pPr>
        </a:p>
      </c:txPr>
    </c:legend>
    <c:plotVisOnly val="1"/>
  </c:chart>
  <c:spPr>
    <a:noFill xmlns:a="http://schemas.openxmlformats.org/drawingml/2006/main"/>
    <a:ln xmlns:a="http://schemas.openxmlformats.org/drawingml/2006/main" w="0">
      <a:noFill/>
    </a:ln>
  </c:spPr>
  <c:externalData r:id="rIdChartSnapshot1">
    <c:autoUpdate val="0"/>
  </c:externalData>
</c:chartSpace>
</file>

<file path=ppt/slides/charts/chart7.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Çözücü süresi</c:v>
          </c:tx>
          <c:spPr>
            <a:solidFill xmlns:a="http://schemas.openxmlformats.org/drawingml/2006/main">
              <a:srgbClr val="6FE0CC"/>
            </a:solidFill>
          </c:spPr>
          <c:invertIfNegative val="0"/>
          <c:dPt>
            <c:idx val="0"/>
            <c:invertIfNegative val="0"/>
            <c:spPr>
              <a:solidFill xmlns:a="http://schemas.openxmlformats.org/drawingml/2006/main">
                <a:srgbClr val="C5794E"/>
              </a:solidFill>
            </c:spPr>
          </c:dPt>
          <c:cat>
            <c:strRef>
              <c:f>'Chart Data'!$A$2:$A$3</c:f>
              <c:strCache>
                <c:ptCount val="2"/>
                <c:pt idx="0">
                  <c:v>GA + SA-PSO</c:v>
                </c:pt>
                <c:pt idx="1">
                  <c:v>GA + analitik</c:v>
                </c:pt>
              </c:strCache>
            </c:strRef>
          </c:cat>
          <c:val>
            <c:numRef>
              <c:f>'Chart Data'!$B$2:$B$3</c:f>
              <c:numCache>
                <c:formatCode>0.00</c:formatCode>
                <c:ptCount val="2"/>
                <c:pt idx="0">
                  <c:v>9.7044</c:v>
                </c:pt>
                <c:pt idx="1">
                  <c:v>0.1878</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2100" b="1">
                  <a:solidFill>
                    <a:srgbClr val="F7FBFC"/>
                  </a:solidFill>
                  <a:latin typeface="Segoe UI"/>
                  <a:ea typeface="Segoe UI"/>
                  <a:cs typeface="Segoe UI"/>
                </a:defRPr>
              </a:pPr>
            </a:p>
          </c:txPr>
          <c:dLblPos val="outEnd"/>
          <c:showLegendKey val="0"/>
          <c:showVal val="1"/>
          <c:showCatName val="0"/>
          <c:showSerName val="0"/>
          <c:showPercent val="0"/>
          <c:showBubbleSize val="0"/>
          <c:showLeaderLines val="0"/>
        </c:dLbls>
        <c:gapWidth val="9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31505D"/>
            </a:solidFill>
          </a:ln>
        </c:spPr>
        <c:txPr>
          <a:bodyPr xmlns:a="http://schemas.openxmlformats.org/drawingml/2006/main" anchorCtr="1"/>
          <a:lstStyle xmlns:a="http://schemas.openxmlformats.org/drawingml/2006/main"/>
          <a:p xmlns:a="http://schemas.openxmlformats.org/drawingml/2006/main">
            <a:pPr>
              <a:defRPr sz="1875">
                <a:solidFill>
                  <a:srgbClr val="F7FBFC"/>
                </a:solidFill>
                <a:latin typeface="Segoe UI"/>
                <a:ea typeface="Segoe UI"/>
                <a:cs typeface="Segoe UI"/>
              </a:defRPr>
            </a:pPr>
          </a:p>
        </c:txPr>
        <c:crossAx val="48672768"/>
      </c:catAx>
      <c:valAx>
        <c:axId val="48672768"/>
        <c:scaling>
          <c:orientation val="minMax"/>
          <c:max val="11"/>
          <c:min val="0"/>
        </c:scaling>
        <c:delete val="0"/>
        <c:axPos val="l"/>
        <c:majorGridlines>
          <c:spPr>
            <a:ln xmlns:a="http://schemas.openxmlformats.org/drawingml/2006/main" w="9525">
              <a:solidFill>
                <a:srgbClr val="31505D"/>
              </a:solidFill>
              <a:prstDash val="solid"/>
            </a:ln>
          </c:spPr>
        </c:majorGridlines>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ACC5CC"/>
                </a:solidFill>
                <a:latin typeface="Segoe UI"/>
                <a:ea typeface="Segoe UI"/>
                <a:cs typeface="Segoe UI"/>
              </a:defRPr>
            </a:pPr>
          </a:p>
        </c:txPr>
        <c:crossAx val="48650112"/>
        <c:crossBetween val="between"/>
      </c:valAx>
      <c:spPr>
        <a:noFill xmlns:a="http://schemas.openxmlformats.org/drawingml/2006/main"/>
        <a:ln xmlns:a="http://schemas.openxmlformats.org/drawingml/2006/main" w="0">
          <a:noFill/>
        </a:ln>
      </c:spPr>
    </c:plotArea>
    <c:plotVisOnly val="1"/>
  </c:chart>
  <c:spPr>
    <a:noFill xmlns:a="http://schemas.openxmlformats.org/drawingml/2006/main"/>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AE0BA268-0B8F-4D92-9D8B-246A302F5BE6}"/>
              </a:ext>
            </a:extLst>
          </p:cNvPr>
          <p:cNvPicPr>
            <a:picLocks xmlns:a="http://schemas.openxmlformats.org/drawingml/2006/main" noChangeAspect="1"/>
          </p:cNvPicPr>
          <p:nvPr/>
        </p:nvPicPr>
        <p:blipFill>
          <a:blip xmlns:r="http://schemas.openxmlformats.org/officeDocument/2006/relationships" xmlns:a="http://schemas.openxmlformats.org/drawingml/2006/main" r:embed="Rd12c959c18874ac7"/>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681AF9CF-3B36-4D23-BAE6-B5EDD0733444}"/>
              </a:ext>
            </a:extLst>
          </p:cNvPr>
          <p:cNvSpPr>
            <a:spLocks xmlns:a="http://schemas.openxmlformats.org/drawingml/2006/main" noGrp="1"/>
          </p:cNvSpPr>
          <p:nvPr/>
        </p:nvSpPr>
        <p:spPr>
          <a:xfrm xmlns:a="http://schemas.openxmlformats.org/drawingml/2006/main">
            <a:off x="666750" y="1476375"/>
            <a:ext cx="6191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6FE0CC"/>
                </a:solidFill>
                <a:latin typeface="Segoe UI"/>
                <a:ea typeface="Segoe UI"/>
                <a:cs typeface="Segoe UI"/>
              </a:defRPr>
            </a:defPPr>
            <a:lvl1pPr>
              <a:defRPr sz="1875" b="0">
                <a:solidFill>
                  <a:srgbClr val="6FE0CC"/>
                </a:solidFill>
                <a:latin typeface="Segoe UI"/>
                <a:ea typeface="Segoe UI"/>
                <a:cs typeface="Segoe UI"/>
              </a:defRPr>
            </a:lvl1pPr>
            <a:lvl2pPr>
              <a:defRPr sz="1875" b="0">
                <a:solidFill>
                  <a:srgbClr val="6FE0CC"/>
                </a:solidFill>
                <a:latin typeface="Segoe UI"/>
                <a:ea typeface="Segoe UI"/>
                <a:cs typeface="Segoe UI"/>
              </a:defRPr>
            </a:lvl2pPr>
            <a:lvl3pPr>
              <a:defRPr sz="1875" b="0">
                <a:solidFill>
                  <a:srgbClr val="6FE0CC"/>
                </a:solidFill>
                <a:latin typeface="Segoe UI"/>
                <a:ea typeface="Segoe UI"/>
                <a:cs typeface="Segoe UI"/>
              </a:defRPr>
            </a:lvl3pPr>
            <a:lvl4pPr>
              <a:defRPr sz="1875" b="0">
                <a:solidFill>
                  <a:srgbClr val="6FE0CC"/>
                </a:solidFill>
                <a:latin typeface="Segoe UI"/>
                <a:ea typeface="Segoe UI"/>
                <a:cs typeface="Segoe UI"/>
              </a:defRPr>
            </a:lvl4pPr>
            <a:lvl5pPr>
              <a:defRPr sz="1875" b="0">
                <a:solidFill>
                  <a:srgbClr val="6FE0CC"/>
                </a:solidFill>
                <a:latin typeface="Segoe UI"/>
                <a:ea typeface="Segoe UI"/>
                <a:cs typeface="Segoe UI"/>
              </a:defRPr>
            </a:lvl5pPr>
            <a:lvl6pPr>
              <a:defRPr sz="1875" b="0">
                <a:solidFill>
                  <a:srgbClr val="6FE0CC"/>
                </a:solidFill>
                <a:latin typeface="Segoe UI"/>
                <a:ea typeface="Segoe UI"/>
                <a:cs typeface="Segoe UI"/>
              </a:defRPr>
            </a:lvl6pPr>
            <a:lvl7pPr>
              <a:defRPr sz="1875" b="0">
                <a:solidFill>
                  <a:srgbClr val="6FE0CC"/>
                </a:solidFill>
                <a:latin typeface="Segoe UI"/>
                <a:ea typeface="Segoe UI"/>
                <a:cs typeface="Segoe UI"/>
              </a:defRPr>
            </a:lvl7pPr>
            <a:lvl8pPr>
              <a:defRPr sz="1875" b="0">
                <a:solidFill>
                  <a:srgbClr val="6FE0CC"/>
                </a:solidFill>
                <a:latin typeface="Segoe UI"/>
                <a:ea typeface="Segoe UI"/>
                <a:cs typeface="Segoe UI"/>
              </a:defRPr>
            </a:lvl8pPr>
            <a:lvl9pPr>
              <a:defRPr sz="1875" b="0">
                <a:solidFill>
                  <a:srgbClr val="6FE0CC"/>
                </a:solidFill>
                <a:latin typeface="Segoe UI"/>
                <a:ea typeface="Segoe UI"/>
                <a:cs typeface="Segoe UI"/>
              </a:defRPr>
            </a:lvl9pPr>
          </a:lstStyle>
          <a:p xmlns:a="http://schemas.openxmlformats.org/drawingml/2006/main">
            <a:pPr>
              <a:defRPr sz="1875" b="0">
                <a:solidFill>
                  <a:srgbClr val="6FE0CC"/>
                </a:solidFill>
                <a:latin typeface="Segoe UI"/>
                <a:ea typeface="Segoe UI"/>
                <a:cs typeface="Segoe UI"/>
              </a:defRPr>
            </a:pPr>
            <a:r>
              <a:rPr sz="1875" b="0">
                <a:solidFill>
                  <a:srgbClr val="6FE0CC"/>
                </a:solidFill>
                <a:latin typeface="Segoe UI"/>
                <a:ea typeface="Segoe UI"/>
                <a:cs typeface="Segoe UI"/>
              </a:rPr>
              <a:t>ENDÜSTRİYEL KENAR BİLİŞİM</a:t>
            </a:r>
          </a:p>
        </p:txBody>
      </p:sp>
      <p:sp>
        <p:nvSpPr>
          <p:cNvPr id="4" name="title">
            <a:extLst xmlns:a="http://schemas.openxmlformats.org/drawingml/2006/main">
              <a:ext uri="{FF2B5EF4-FFF2-40B4-BE49-F238E27FC236}">
                <a16:creationId xmlns:a16="http://schemas.microsoft.com/office/drawing/2014/main" id="{8A991E92-932A-4FD6-AB00-0C6EA1D61FB1}"/>
              </a:ext>
            </a:extLst>
          </p:cNvPr>
          <p:cNvSpPr>
            <a:spLocks xmlns:a="http://schemas.openxmlformats.org/drawingml/2006/main" noGrp="1"/>
          </p:cNvSpPr>
          <p:nvPr/>
        </p:nvSpPr>
        <p:spPr>
          <a:xfrm xmlns:a="http://schemas.openxmlformats.org/drawingml/2006/main">
            <a:off x="628650" y="2238375"/>
            <a:ext cx="66675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950" b="1">
                <a:solidFill>
                  <a:srgbClr val="F7FBFC"/>
                </a:solidFill>
                <a:latin typeface="Segoe UI"/>
                <a:ea typeface="Segoe UI"/>
                <a:cs typeface="Segoe UI"/>
              </a:defRPr>
            </a:defPPr>
            <a:lvl1pPr>
              <a:defRPr sz="4950" b="1">
                <a:solidFill>
                  <a:srgbClr val="F7FBFC"/>
                </a:solidFill>
                <a:latin typeface="Segoe UI"/>
                <a:ea typeface="Segoe UI"/>
                <a:cs typeface="Segoe UI"/>
              </a:defRPr>
            </a:lvl1pPr>
            <a:lvl2pPr>
              <a:defRPr sz="4950" b="1">
                <a:solidFill>
                  <a:srgbClr val="F7FBFC"/>
                </a:solidFill>
                <a:latin typeface="Segoe UI"/>
                <a:ea typeface="Segoe UI"/>
                <a:cs typeface="Segoe UI"/>
              </a:defRPr>
            </a:lvl2pPr>
            <a:lvl3pPr>
              <a:defRPr sz="4950" b="1">
                <a:solidFill>
                  <a:srgbClr val="F7FBFC"/>
                </a:solidFill>
                <a:latin typeface="Segoe UI"/>
                <a:ea typeface="Segoe UI"/>
                <a:cs typeface="Segoe UI"/>
              </a:defRPr>
            </a:lvl3pPr>
            <a:lvl4pPr>
              <a:defRPr sz="4950" b="1">
                <a:solidFill>
                  <a:srgbClr val="F7FBFC"/>
                </a:solidFill>
                <a:latin typeface="Segoe UI"/>
                <a:ea typeface="Segoe UI"/>
                <a:cs typeface="Segoe UI"/>
              </a:defRPr>
            </a:lvl4pPr>
            <a:lvl5pPr>
              <a:defRPr sz="4950" b="1">
                <a:solidFill>
                  <a:srgbClr val="F7FBFC"/>
                </a:solidFill>
                <a:latin typeface="Segoe UI"/>
                <a:ea typeface="Segoe UI"/>
                <a:cs typeface="Segoe UI"/>
              </a:defRPr>
            </a:lvl5pPr>
            <a:lvl6pPr>
              <a:defRPr sz="4950" b="1">
                <a:solidFill>
                  <a:srgbClr val="F7FBFC"/>
                </a:solidFill>
                <a:latin typeface="Segoe UI"/>
                <a:ea typeface="Segoe UI"/>
                <a:cs typeface="Segoe UI"/>
              </a:defRPr>
            </a:lvl6pPr>
            <a:lvl7pPr>
              <a:defRPr sz="4950" b="1">
                <a:solidFill>
                  <a:srgbClr val="F7FBFC"/>
                </a:solidFill>
                <a:latin typeface="Segoe UI"/>
                <a:ea typeface="Segoe UI"/>
                <a:cs typeface="Segoe UI"/>
              </a:defRPr>
            </a:lvl7pPr>
            <a:lvl8pPr>
              <a:defRPr sz="4950" b="1">
                <a:solidFill>
                  <a:srgbClr val="F7FBFC"/>
                </a:solidFill>
                <a:latin typeface="Segoe UI"/>
                <a:ea typeface="Segoe UI"/>
                <a:cs typeface="Segoe UI"/>
              </a:defRPr>
            </a:lvl8pPr>
            <a:lvl9pPr>
              <a:defRPr sz="4950" b="1">
                <a:solidFill>
                  <a:srgbClr val="F7FBFC"/>
                </a:solidFill>
                <a:latin typeface="Segoe UI"/>
                <a:ea typeface="Segoe UI"/>
                <a:cs typeface="Segoe UI"/>
              </a:defRPr>
            </a:lvl9pPr>
          </a:lstStyle>
          <a:p xmlns:a="http://schemas.openxmlformats.org/drawingml/2006/main">
            <a:pPr>
              <a:defRPr sz="4950" b="1">
                <a:solidFill>
                  <a:srgbClr val="F7FBFC"/>
                </a:solidFill>
                <a:latin typeface="Segoe UI"/>
                <a:ea typeface="Segoe UI"/>
                <a:cs typeface="Segoe UI"/>
              </a:defRPr>
            </a:pPr>
            <a:r>
              <a:rPr sz="4950" b="1">
                <a:solidFill>
                  <a:srgbClr val="F7FBFC"/>
                </a:solidFill>
                <a:latin typeface="Segoe UI"/>
                <a:ea typeface="Segoe UI"/>
                <a:cs typeface="Segoe UI"/>
              </a:rPr>
              <a:t>Bulanık Güvenlik</a:t>
            </a:r>
          </a:p>
        </p:txBody>
      </p:sp>
      <p:sp>
        <p:nvSpPr>
          <p:cNvPr id="5" name="">
            <a:extLst xmlns:a="http://schemas.openxmlformats.org/drawingml/2006/main">
              <a:ext uri="{FF2B5EF4-FFF2-40B4-BE49-F238E27FC236}">
                <a16:creationId xmlns:a16="http://schemas.microsoft.com/office/drawing/2014/main" id="{9F2A3234-6324-450C-BE56-DEF2F81CBCBB}"/>
              </a:ext>
            </a:extLst>
          </p:cNvPr>
          <p:cNvSpPr>
            <a:spLocks xmlns:a="http://schemas.openxmlformats.org/drawingml/2006/main" noGrp="1"/>
          </p:cNvSpPr>
          <p:nvPr/>
        </p:nvSpPr>
        <p:spPr>
          <a:xfrm xmlns:a="http://schemas.openxmlformats.org/drawingml/2006/main">
            <a:off x="628650" y="3181350"/>
            <a:ext cx="68103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650" b="1">
                <a:solidFill>
                  <a:srgbClr val="F7FBFC"/>
                </a:solidFill>
                <a:latin typeface="Segoe UI"/>
                <a:ea typeface="Segoe UI"/>
                <a:cs typeface="Segoe UI"/>
              </a:defRPr>
            </a:defPPr>
            <a:lvl1pPr>
              <a:defRPr sz="4650" b="1">
                <a:solidFill>
                  <a:srgbClr val="F7FBFC"/>
                </a:solidFill>
                <a:latin typeface="Segoe UI"/>
                <a:ea typeface="Segoe UI"/>
                <a:cs typeface="Segoe UI"/>
              </a:defRPr>
            </a:lvl1pPr>
            <a:lvl2pPr>
              <a:defRPr sz="4650" b="1">
                <a:solidFill>
                  <a:srgbClr val="F7FBFC"/>
                </a:solidFill>
                <a:latin typeface="Segoe UI"/>
                <a:ea typeface="Segoe UI"/>
                <a:cs typeface="Segoe UI"/>
              </a:defRPr>
            </a:lvl2pPr>
            <a:lvl3pPr>
              <a:defRPr sz="4650" b="1">
                <a:solidFill>
                  <a:srgbClr val="F7FBFC"/>
                </a:solidFill>
                <a:latin typeface="Segoe UI"/>
                <a:ea typeface="Segoe UI"/>
                <a:cs typeface="Segoe UI"/>
              </a:defRPr>
            </a:lvl3pPr>
            <a:lvl4pPr>
              <a:defRPr sz="4650" b="1">
                <a:solidFill>
                  <a:srgbClr val="F7FBFC"/>
                </a:solidFill>
                <a:latin typeface="Segoe UI"/>
                <a:ea typeface="Segoe UI"/>
                <a:cs typeface="Segoe UI"/>
              </a:defRPr>
            </a:lvl4pPr>
            <a:lvl5pPr>
              <a:defRPr sz="4650" b="1">
                <a:solidFill>
                  <a:srgbClr val="F7FBFC"/>
                </a:solidFill>
                <a:latin typeface="Segoe UI"/>
                <a:ea typeface="Segoe UI"/>
                <a:cs typeface="Segoe UI"/>
              </a:defRPr>
            </a:lvl5pPr>
            <a:lvl6pPr>
              <a:defRPr sz="4650" b="1">
                <a:solidFill>
                  <a:srgbClr val="F7FBFC"/>
                </a:solidFill>
                <a:latin typeface="Segoe UI"/>
                <a:ea typeface="Segoe UI"/>
                <a:cs typeface="Segoe UI"/>
              </a:defRPr>
            </a:lvl6pPr>
            <a:lvl7pPr>
              <a:defRPr sz="4650" b="1">
                <a:solidFill>
                  <a:srgbClr val="F7FBFC"/>
                </a:solidFill>
                <a:latin typeface="Segoe UI"/>
                <a:ea typeface="Segoe UI"/>
                <a:cs typeface="Segoe UI"/>
              </a:defRPr>
            </a:lvl7pPr>
            <a:lvl8pPr>
              <a:defRPr sz="4650" b="1">
                <a:solidFill>
                  <a:srgbClr val="F7FBFC"/>
                </a:solidFill>
                <a:latin typeface="Segoe UI"/>
                <a:ea typeface="Segoe UI"/>
                <a:cs typeface="Segoe UI"/>
              </a:defRPr>
            </a:lvl8pPr>
            <a:lvl9pPr>
              <a:defRPr sz="4650" b="1">
                <a:solidFill>
                  <a:srgbClr val="F7FBFC"/>
                </a:solidFill>
                <a:latin typeface="Segoe UI"/>
                <a:ea typeface="Segoe UI"/>
                <a:cs typeface="Segoe UI"/>
              </a:defRPr>
            </a:lvl9pPr>
          </a:lstStyle>
          <a:p xmlns:a="http://schemas.openxmlformats.org/drawingml/2006/main">
            <a:pPr>
              <a:defRPr sz="4650" b="1">
                <a:solidFill>
                  <a:srgbClr val="F7FBFC"/>
                </a:solidFill>
                <a:latin typeface="Segoe UI"/>
                <a:ea typeface="Segoe UI"/>
                <a:cs typeface="Segoe UI"/>
              </a:defRPr>
            </a:pPr>
            <a:r>
              <a:rPr sz="4650" b="1">
                <a:solidFill>
                  <a:srgbClr val="F7FBFC"/>
                </a:solidFill>
                <a:latin typeface="Segoe UI"/>
                <a:ea typeface="Segoe UI"/>
                <a:cs typeface="Segoe UI"/>
              </a:rPr>
              <a:t>ile Görev Aktarma</a:t>
            </a:r>
          </a:p>
        </p:txBody>
      </p:sp>
      <p:sp>
        <p:nvSpPr>
          <p:cNvPr id="6" name="">
            <a:extLst xmlns:a="http://schemas.openxmlformats.org/drawingml/2006/main">
              <a:ext uri="{FF2B5EF4-FFF2-40B4-BE49-F238E27FC236}">
                <a16:creationId xmlns:a16="http://schemas.microsoft.com/office/drawing/2014/main" id="{ED2F4910-B20A-4AA2-A612-BDC164400E1B}"/>
              </a:ext>
            </a:extLst>
          </p:cNvPr>
          <p:cNvSpPr>
            <a:spLocks xmlns:a="http://schemas.openxmlformats.org/drawingml/2006/main" noGrp="1"/>
          </p:cNvSpPr>
          <p:nvPr/>
        </p:nvSpPr>
        <p:spPr>
          <a:xfrm xmlns:a="http://schemas.openxmlformats.org/drawingml/2006/main">
            <a:off x="666750" y="5362575"/>
            <a:ext cx="5429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F7FBFC"/>
                </a:solidFill>
                <a:latin typeface="Segoe UI"/>
                <a:ea typeface="Segoe UI"/>
                <a:cs typeface="Segoe UI"/>
              </a:defRPr>
            </a:defPPr>
            <a:lvl1pPr>
              <a:defRPr sz="2325" b="1">
                <a:solidFill>
                  <a:srgbClr val="F7FBFC"/>
                </a:solidFill>
                <a:latin typeface="Segoe UI"/>
                <a:ea typeface="Segoe UI"/>
                <a:cs typeface="Segoe UI"/>
              </a:defRPr>
            </a:lvl1pPr>
            <a:lvl2pPr>
              <a:defRPr sz="2325" b="1">
                <a:solidFill>
                  <a:srgbClr val="F7FBFC"/>
                </a:solidFill>
                <a:latin typeface="Segoe UI"/>
                <a:ea typeface="Segoe UI"/>
                <a:cs typeface="Segoe UI"/>
              </a:defRPr>
            </a:lvl2pPr>
            <a:lvl3pPr>
              <a:defRPr sz="2325" b="1">
                <a:solidFill>
                  <a:srgbClr val="F7FBFC"/>
                </a:solidFill>
                <a:latin typeface="Segoe UI"/>
                <a:ea typeface="Segoe UI"/>
                <a:cs typeface="Segoe UI"/>
              </a:defRPr>
            </a:lvl3pPr>
            <a:lvl4pPr>
              <a:defRPr sz="2325" b="1">
                <a:solidFill>
                  <a:srgbClr val="F7FBFC"/>
                </a:solidFill>
                <a:latin typeface="Segoe UI"/>
                <a:ea typeface="Segoe UI"/>
                <a:cs typeface="Segoe UI"/>
              </a:defRPr>
            </a:lvl4pPr>
            <a:lvl5pPr>
              <a:defRPr sz="2325" b="1">
                <a:solidFill>
                  <a:srgbClr val="F7FBFC"/>
                </a:solidFill>
                <a:latin typeface="Segoe UI"/>
                <a:ea typeface="Segoe UI"/>
                <a:cs typeface="Segoe UI"/>
              </a:defRPr>
            </a:lvl5pPr>
            <a:lvl6pPr>
              <a:defRPr sz="2325" b="1">
                <a:solidFill>
                  <a:srgbClr val="F7FBFC"/>
                </a:solidFill>
                <a:latin typeface="Segoe UI"/>
                <a:ea typeface="Segoe UI"/>
                <a:cs typeface="Segoe UI"/>
              </a:defRPr>
            </a:lvl6pPr>
            <a:lvl7pPr>
              <a:defRPr sz="2325" b="1">
                <a:solidFill>
                  <a:srgbClr val="F7FBFC"/>
                </a:solidFill>
                <a:latin typeface="Segoe UI"/>
                <a:ea typeface="Segoe UI"/>
                <a:cs typeface="Segoe UI"/>
              </a:defRPr>
            </a:lvl7pPr>
            <a:lvl8pPr>
              <a:defRPr sz="2325" b="1">
                <a:solidFill>
                  <a:srgbClr val="F7FBFC"/>
                </a:solidFill>
                <a:latin typeface="Segoe UI"/>
                <a:ea typeface="Segoe UI"/>
                <a:cs typeface="Segoe UI"/>
              </a:defRPr>
            </a:lvl8pPr>
            <a:lvl9pPr>
              <a:defRPr sz="2325" b="1">
                <a:solidFill>
                  <a:srgbClr val="F7FBFC"/>
                </a:solidFill>
                <a:latin typeface="Segoe UI"/>
                <a:ea typeface="Segoe UI"/>
                <a:cs typeface="Segoe UI"/>
              </a:defRPr>
            </a:lvl9pPr>
          </a:lstStyle>
          <a:p xmlns:a="http://schemas.openxmlformats.org/drawingml/2006/main">
            <a:pPr>
              <a:defRPr sz="2325" b="1">
                <a:solidFill>
                  <a:srgbClr val="F7FBFC"/>
                </a:solidFill>
                <a:latin typeface="Segoe UI"/>
                <a:ea typeface="Segoe UI"/>
                <a:cs typeface="Segoe UI"/>
              </a:defRPr>
            </a:pPr>
            <a:r>
              <a:rPr sz="2325" b="1">
                <a:solidFill>
                  <a:srgbClr val="F7FBFC"/>
                </a:solidFill>
                <a:latin typeface="Segoe UI"/>
                <a:ea typeface="Segoe UI"/>
                <a:cs typeface="Segoe UI"/>
              </a:rPr>
              <a:t>Ali Kemal Dilek</a:t>
            </a:r>
          </a:p>
        </p:txBody>
      </p:sp>
      <p:sp>
        <p:nvSpPr>
          <p:cNvPr id="7" name="">
            <a:extLst xmlns:a="http://schemas.openxmlformats.org/drawingml/2006/main">
              <a:ext uri="{FF2B5EF4-FFF2-40B4-BE49-F238E27FC236}">
                <a16:creationId xmlns:a16="http://schemas.microsoft.com/office/drawing/2014/main" id="{850E63CB-4F1C-4316-B201-A4A950011E74}"/>
              </a:ext>
            </a:extLst>
          </p:cNvPr>
          <p:cNvSpPr>
            <a:spLocks xmlns:a="http://schemas.openxmlformats.org/drawingml/2006/main" noGrp="1"/>
          </p:cNvSpPr>
          <p:nvPr/>
        </p:nvSpPr>
        <p:spPr>
          <a:xfrm xmlns:a="http://schemas.openxmlformats.org/drawingml/2006/main">
            <a:off x="666750" y="5838825"/>
            <a:ext cx="5429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ACC5CC"/>
                </a:solidFill>
                <a:latin typeface="Segoe UI"/>
                <a:ea typeface="Segoe UI"/>
                <a:cs typeface="Segoe UI"/>
              </a:defRPr>
            </a:defPPr>
            <a:lvl1pPr>
              <a:defRPr sz="1800" b="0">
                <a:solidFill>
                  <a:srgbClr val="ACC5CC"/>
                </a:solidFill>
                <a:latin typeface="Segoe UI"/>
                <a:ea typeface="Segoe UI"/>
                <a:cs typeface="Segoe UI"/>
              </a:defRPr>
            </a:lvl1pPr>
            <a:lvl2pPr>
              <a:defRPr sz="1800" b="0">
                <a:solidFill>
                  <a:srgbClr val="ACC5CC"/>
                </a:solidFill>
                <a:latin typeface="Segoe UI"/>
                <a:ea typeface="Segoe UI"/>
                <a:cs typeface="Segoe UI"/>
              </a:defRPr>
            </a:lvl2pPr>
            <a:lvl3pPr>
              <a:defRPr sz="1800" b="0">
                <a:solidFill>
                  <a:srgbClr val="ACC5CC"/>
                </a:solidFill>
                <a:latin typeface="Segoe UI"/>
                <a:ea typeface="Segoe UI"/>
                <a:cs typeface="Segoe UI"/>
              </a:defRPr>
            </a:lvl3pPr>
            <a:lvl4pPr>
              <a:defRPr sz="1800" b="0">
                <a:solidFill>
                  <a:srgbClr val="ACC5CC"/>
                </a:solidFill>
                <a:latin typeface="Segoe UI"/>
                <a:ea typeface="Segoe UI"/>
                <a:cs typeface="Segoe UI"/>
              </a:defRPr>
            </a:lvl4pPr>
            <a:lvl5pPr>
              <a:defRPr sz="1800" b="0">
                <a:solidFill>
                  <a:srgbClr val="ACC5CC"/>
                </a:solidFill>
                <a:latin typeface="Segoe UI"/>
                <a:ea typeface="Segoe UI"/>
                <a:cs typeface="Segoe UI"/>
              </a:defRPr>
            </a:lvl5pPr>
            <a:lvl6pPr>
              <a:defRPr sz="1800" b="0">
                <a:solidFill>
                  <a:srgbClr val="ACC5CC"/>
                </a:solidFill>
                <a:latin typeface="Segoe UI"/>
                <a:ea typeface="Segoe UI"/>
                <a:cs typeface="Segoe UI"/>
              </a:defRPr>
            </a:lvl6pPr>
            <a:lvl7pPr>
              <a:defRPr sz="1800" b="0">
                <a:solidFill>
                  <a:srgbClr val="ACC5CC"/>
                </a:solidFill>
                <a:latin typeface="Segoe UI"/>
                <a:ea typeface="Segoe UI"/>
                <a:cs typeface="Segoe UI"/>
              </a:defRPr>
            </a:lvl7pPr>
            <a:lvl8pPr>
              <a:defRPr sz="1800" b="0">
                <a:solidFill>
                  <a:srgbClr val="ACC5CC"/>
                </a:solidFill>
                <a:latin typeface="Segoe UI"/>
                <a:ea typeface="Segoe UI"/>
                <a:cs typeface="Segoe UI"/>
              </a:defRPr>
            </a:lvl8pPr>
            <a:lvl9pPr>
              <a:defRPr sz="1800" b="0">
                <a:solidFill>
                  <a:srgbClr val="ACC5CC"/>
                </a:solidFill>
                <a:latin typeface="Segoe UI"/>
                <a:ea typeface="Segoe UI"/>
                <a:cs typeface="Segoe UI"/>
              </a:defRPr>
            </a:lvl9pPr>
          </a:lstStyle>
          <a:p xmlns:a="http://schemas.openxmlformats.org/drawingml/2006/main">
            <a:pPr>
              <a:defRPr sz="1800" b="0">
                <a:solidFill>
                  <a:srgbClr val="ACC5CC"/>
                </a:solidFill>
                <a:latin typeface="Segoe UI"/>
                <a:ea typeface="Segoe UI"/>
                <a:cs typeface="Segoe UI"/>
              </a:defRPr>
            </a:pPr>
            <a:r>
              <a:rPr sz="1800" b="0">
                <a:solidFill>
                  <a:srgbClr val="ACC5CC"/>
                </a:solidFill>
                <a:latin typeface="Segoe UI"/>
                <a:ea typeface="Segoe UI"/>
                <a:cs typeface="Segoe UI"/>
              </a:rPr>
              <a:t>1306230043</a:t>
            </a:r>
          </a:p>
        </p:txBody>
      </p:sp>
    </p:spTree>
    <p:extLst>
      <p:ext uri="{BB962C8B-B14F-4D97-AF65-F5344CB8AC3E}">
        <p14:creationId xmlns:p14="http://schemas.microsoft.com/office/powerpoint/2010/main" val="715951591"/>
      </p:ext>
    </p:extLst>
  </p:cSld>
</p:sld>
</file>

<file path=ppt/slides/slide2.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B1A50B89-2041-45FA-960C-0FD1BB1EFAC6}"/>
              </a:ext>
            </a:extLst>
          </p:cNvPr>
          <p:cNvPicPr>
            <a:picLocks xmlns:a="http://schemas.openxmlformats.org/drawingml/2006/main" noChangeAspect="1"/>
          </p:cNvPicPr>
          <p:nvPr/>
        </p:nvPicPr>
        <p:blipFill>
          <a:blip xmlns:r="http://schemas.openxmlformats.org/officeDocument/2006/relationships" xmlns:a="http://schemas.openxmlformats.org/drawingml/2006/main" r:embed="R592a5b9999c04787"/>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3" name="title">
            <a:extLst xmlns:a="http://schemas.openxmlformats.org/drawingml/2006/main">
              <a:ext uri="{FF2B5EF4-FFF2-40B4-BE49-F238E27FC236}">
                <a16:creationId xmlns:a16="http://schemas.microsoft.com/office/drawing/2014/main" id="{18554A2F-F454-424D-AF79-F9172874DC6E}"/>
              </a:ext>
            </a:extLst>
          </p:cNvPr>
          <p:cNvSpPr>
            <a:spLocks xmlns:a="http://schemas.openxmlformats.org/drawingml/2006/main" noGrp="1"/>
          </p:cNvSpPr>
          <p:nvPr/>
        </p:nvSpPr>
        <p:spPr>
          <a:xfrm xmlns:a="http://schemas.openxmlformats.org/drawingml/2006/main">
            <a:off x="628650" y="457200"/>
            <a:ext cx="109347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600" b="1">
                <a:solidFill>
                  <a:srgbClr val="102D3B"/>
                </a:solidFill>
                <a:latin typeface="Segoe UI"/>
                <a:ea typeface="Segoe UI"/>
                <a:cs typeface="Segoe UI"/>
              </a:defRPr>
            </a:defPPr>
            <a:lvl1pPr>
              <a:defRPr sz="3600" b="1">
                <a:solidFill>
                  <a:srgbClr val="102D3B"/>
                </a:solidFill>
                <a:latin typeface="Segoe UI"/>
                <a:ea typeface="Segoe UI"/>
                <a:cs typeface="Segoe UI"/>
              </a:defRPr>
            </a:lvl1pPr>
            <a:lvl2pPr>
              <a:defRPr sz="3600" b="1">
                <a:solidFill>
                  <a:srgbClr val="102D3B"/>
                </a:solidFill>
                <a:latin typeface="Segoe UI"/>
                <a:ea typeface="Segoe UI"/>
                <a:cs typeface="Segoe UI"/>
              </a:defRPr>
            </a:lvl2pPr>
            <a:lvl3pPr>
              <a:defRPr sz="3600" b="1">
                <a:solidFill>
                  <a:srgbClr val="102D3B"/>
                </a:solidFill>
                <a:latin typeface="Segoe UI"/>
                <a:ea typeface="Segoe UI"/>
                <a:cs typeface="Segoe UI"/>
              </a:defRPr>
            </a:lvl3pPr>
            <a:lvl4pPr>
              <a:defRPr sz="3600" b="1">
                <a:solidFill>
                  <a:srgbClr val="102D3B"/>
                </a:solidFill>
                <a:latin typeface="Segoe UI"/>
                <a:ea typeface="Segoe UI"/>
                <a:cs typeface="Segoe UI"/>
              </a:defRPr>
            </a:lvl4pPr>
            <a:lvl5pPr>
              <a:defRPr sz="3600" b="1">
                <a:solidFill>
                  <a:srgbClr val="102D3B"/>
                </a:solidFill>
                <a:latin typeface="Segoe UI"/>
                <a:ea typeface="Segoe UI"/>
                <a:cs typeface="Segoe UI"/>
              </a:defRPr>
            </a:lvl5pPr>
            <a:lvl6pPr>
              <a:defRPr sz="3600" b="1">
                <a:solidFill>
                  <a:srgbClr val="102D3B"/>
                </a:solidFill>
                <a:latin typeface="Segoe UI"/>
                <a:ea typeface="Segoe UI"/>
                <a:cs typeface="Segoe UI"/>
              </a:defRPr>
            </a:lvl6pPr>
            <a:lvl7pPr>
              <a:defRPr sz="3600" b="1">
                <a:solidFill>
                  <a:srgbClr val="102D3B"/>
                </a:solidFill>
                <a:latin typeface="Segoe UI"/>
                <a:ea typeface="Segoe UI"/>
                <a:cs typeface="Segoe UI"/>
              </a:defRPr>
            </a:lvl7pPr>
            <a:lvl8pPr>
              <a:defRPr sz="3600" b="1">
                <a:solidFill>
                  <a:srgbClr val="102D3B"/>
                </a:solidFill>
                <a:latin typeface="Segoe UI"/>
                <a:ea typeface="Segoe UI"/>
                <a:cs typeface="Segoe UI"/>
              </a:defRPr>
            </a:lvl8pPr>
            <a:lvl9pPr>
              <a:defRPr sz="3600" b="1">
                <a:solidFill>
                  <a:srgbClr val="102D3B"/>
                </a:solidFill>
                <a:latin typeface="Segoe UI"/>
                <a:ea typeface="Segoe UI"/>
                <a:cs typeface="Segoe UI"/>
              </a:defRPr>
            </a:lvl9pPr>
          </a:lstStyle>
          <a:p xmlns:a="http://schemas.openxmlformats.org/drawingml/2006/main">
            <a:pPr>
              <a:defRPr sz="3600" b="1">
                <a:solidFill>
                  <a:srgbClr val="102D3B"/>
                </a:solidFill>
                <a:latin typeface="Segoe UI"/>
                <a:ea typeface="Segoe UI"/>
                <a:cs typeface="Segoe UI"/>
              </a:defRPr>
            </a:pPr>
            <a:r>
              <a:rPr sz="3600" b="1">
                <a:solidFill>
                  <a:srgbClr val="102D3B"/>
                </a:solidFill>
                <a:latin typeface="Segoe UI"/>
                <a:ea typeface="Segoe UI"/>
                <a:cs typeface="Segoe UI"/>
              </a:rPr>
              <a:t>Fabrika cihazı ve yakın sunucular</a:t>
            </a:r>
          </a:p>
        </p:txBody>
      </p:sp>
      <p:sp>
        <p:nvSpPr>
          <p:cNvPr id="4" name="page">
            <a:extLst xmlns:a="http://schemas.openxmlformats.org/drawingml/2006/main">
              <a:ext uri="{FF2B5EF4-FFF2-40B4-BE49-F238E27FC236}">
                <a16:creationId xmlns:a16="http://schemas.microsoft.com/office/drawing/2014/main" id="{3786BDF5-0205-401E-AD64-FA1FA9C3B170}"/>
              </a:ext>
            </a:extLst>
          </p:cNvPr>
          <p:cNvSpPr>
            <a:spLocks xmlns:a="http://schemas.openxmlformats.org/drawingml/2006/main" noGrp="1"/>
          </p:cNvSpPr>
          <p:nvPr/>
        </p:nvSpPr>
        <p:spPr>
          <a:xfrm xmlns:a="http://schemas.openxmlformats.org/drawingml/2006/main">
            <a:off x="11182350" y="6334125"/>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57717A"/>
                </a:solidFill>
                <a:latin typeface="Segoe UI"/>
                <a:ea typeface="Segoe UI"/>
                <a:cs typeface="Segoe UI"/>
              </a:defRPr>
            </a:defPPr>
            <a:lvl1pPr>
              <a:defRPr sz="1575" b="0">
                <a:solidFill>
                  <a:srgbClr val="57717A"/>
                </a:solidFill>
                <a:latin typeface="Segoe UI"/>
                <a:ea typeface="Segoe UI"/>
                <a:cs typeface="Segoe UI"/>
              </a:defRPr>
            </a:lvl1pPr>
            <a:lvl2pPr>
              <a:defRPr sz="1575" b="0">
                <a:solidFill>
                  <a:srgbClr val="57717A"/>
                </a:solidFill>
                <a:latin typeface="Segoe UI"/>
                <a:ea typeface="Segoe UI"/>
                <a:cs typeface="Segoe UI"/>
              </a:defRPr>
            </a:lvl2pPr>
            <a:lvl3pPr>
              <a:defRPr sz="1575" b="0">
                <a:solidFill>
                  <a:srgbClr val="57717A"/>
                </a:solidFill>
                <a:latin typeface="Segoe UI"/>
                <a:ea typeface="Segoe UI"/>
                <a:cs typeface="Segoe UI"/>
              </a:defRPr>
            </a:lvl3pPr>
            <a:lvl4pPr>
              <a:defRPr sz="1575" b="0">
                <a:solidFill>
                  <a:srgbClr val="57717A"/>
                </a:solidFill>
                <a:latin typeface="Segoe UI"/>
                <a:ea typeface="Segoe UI"/>
                <a:cs typeface="Segoe UI"/>
              </a:defRPr>
            </a:lvl4pPr>
            <a:lvl5pPr>
              <a:defRPr sz="1575" b="0">
                <a:solidFill>
                  <a:srgbClr val="57717A"/>
                </a:solidFill>
                <a:latin typeface="Segoe UI"/>
                <a:ea typeface="Segoe UI"/>
                <a:cs typeface="Segoe UI"/>
              </a:defRPr>
            </a:lvl5pPr>
            <a:lvl6pPr>
              <a:defRPr sz="1575" b="0">
                <a:solidFill>
                  <a:srgbClr val="57717A"/>
                </a:solidFill>
                <a:latin typeface="Segoe UI"/>
                <a:ea typeface="Segoe UI"/>
                <a:cs typeface="Segoe UI"/>
              </a:defRPr>
            </a:lvl6pPr>
            <a:lvl7pPr>
              <a:defRPr sz="1575" b="0">
                <a:solidFill>
                  <a:srgbClr val="57717A"/>
                </a:solidFill>
                <a:latin typeface="Segoe UI"/>
                <a:ea typeface="Segoe UI"/>
                <a:cs typeface="Segoe UI"/>
              </a:defRPr>
            </a:lvl7pPr>
            <a:lvl8pPr>
              <a:defRPr sz="1575" b="0">
                <a:solidFill>
                  <a:srgbClr val="57717A"/>
                </a:solidFill>
                <a:latin typeface="Segoe UI"/>
                <a:ea typeface="Segoe UI"/>
                <a:cs typeface="Segoe UI"/>
              </a:defRPr>
            </a:lvl8pPr>
            <a:lvl9pPr>
              <a:defRPr sz="1575" b="0">
                <a:solidFill>
                  <a:srgbClr val="57717A"/>
                </a:solidFill>
                <a:latin typeface="Segoe UI"/>
                <a:ea typeface="Segoe UI"/>
                <a:cs typeface="Segoe UI"/>
              </a:defRPr>
            </a:lvl9pPr>
          </a:lstStyle>
          <a:p xmlns:a="http://schemas.openxmlformats.org/drawingml/2006/main">
            <a:pPr>
              <a:defRPr sz="1575" b="0">
                <a:solidFill>
                  <a:srgbClr val="57717A"/>
                </a:solidFill>
                <a:latin typeface="Segoe UI"/>
                <a:ea typeface="Segoe UI"/>
                <a:cs typeface="Segoe UI"/>
              </a:defRPr>
            </a:pPr>
            <a:r>
              <a:rPr sz="1575" b="0">
                <a:solidFill>
                  <a:srgbClr val="57717A"/>
                </a:solidFill>
                <a:latin typeface="Segoe UI"/>
                <a:ea typeface="Segoe UI"/>
                <a:cs typeface="Segoe UI"/>
              </a:rPr>
              <a:t>02</a:t>
            </a:r>
          </a:p>
        </p:txBody>
      </p:sp>
      <p:sp>
        <p:nvSpPr>
          <p:cNvPr id="5" name="">
            <a:extLst xmlns:a="http://schemas.openxmlformats.org/drawingml/2006/main">
              <a:ext uri="{FF2B5EF4-FFF2-40B4-BE49-F238E27FC236}">
                <a16:creationId xmlns:a16="http://schemas.microsoft.com/office/drawing/2014/main" id="{DE0987FA-DA60-48FC-B778-4F84C34824F1}"/>
              </a:ext>
            </a:extLst>
          </p:cNvPr>
          <p:cNvSpPr>
            <a:spLocks xmlns:a="http://schemas.openxmlformats.org/drawingml/2006/main" noGrp="1"/>
          </p:cNvSpPr>
          <p:nvPr/>
        </p:nvSpPr>
        <p:spPr>
          <a:xfrm xmlns:a="http://schemas.openxmlformats.org/drawingml/2006/main">
            <a:off x="628650" y="1695450"/>
            <a:ext cx="106203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50" b="0">
                <a:solidFill>
                  <a:srgbClr val="117B78"/>
                </a:solidFill>
                <a:latin typeface="Segoe UI"/>
                <a:ea typeface="Segoe UI"/>
                <a:cs typeface="Segoe UI"/>
              </a:defRPr>
            </a:defPPr>
            <a:lvl1pPr>
              <a:defRPr sz="2550" b="0">
                <a:solidFill>
                  <a:srgbClr val="117B78"/>
                </a:solidFill>
                <a:latin typeface="Segoe UI"/>
                <a:ea typeface="Segoe UI"/>
                <a:cs typeface="Segoe UI"/>
              </a:defRPr>
            </a:lvl1pPr>
            <a:lvl2pPr>
              <a:defRPr sz="2550" b="0">
                <a:solidFill>
                  <a:srgbClr val="117B78"/>
                </a:solidFill>
                <a:latin typeface="Segoe UI"/>
                <a:ea typeface="Segoe UI"/>
                <a:cs typeface="Segoe UI"/>
              </a:defRPr>
            </a:lvl2pPr>
            <a:lvl3pPr>
              <a:defRPr sz="2550" b="0">
                <a:solidFill>
                  <a:srgbClr val="117B78"/>
                </a:solidFill>
                <a:latin typeface="Segoe UI"/>
                <a:ea typeface="Segoe UI"/>
                <a:cs typeface="Segoe UI"/>
              </a:defRPr>
            </a:lvl3pPr>
            <a:lvl4pPr>
              <a:defRPr sz="2550" b="0">
                <a:solidFill>
                  <a:srgbClr val="117B78"/>
                </a:solidFill>
                <a:latin typeface="Segoe UI"/>
                <a:ea typeface="Segoe UI"/>
                <a:cs typeface="Segoe UI"/>
              </a:defRPr>
            </a:lvl4pPr>
            <a:lvl5pPr>
              <a:defRPr sz="2550" b="0">
                <a:solidFill>
                  <a:srgbClr val="117B78"/>
                </a:solidFill>
                <a:latin typeface="Segoe UI"/>
                <a:ea typeface="Segoe UI"/>
                <a:cs typeface="Segoe UI"/>
              </a:defRPr>
            </a:lvl5pPr>
            <a:lvl6pPr>
              <a:defRPr sz="2550" b="0">
                <a:solidFill>
                  <a:srgbClr val="117B78"/>
                </a:solidFill>
                <a:latin typeface="Segoe UI"/>
                <a:ea typeface="Segoe UI"/>
                <a:cs typeface="Segoe UI"/>
              </a:defRPr>
            </a:lvl6pPr>
            <a:lvl7pPr>
              <a:defRPr sz="2550" b="0">
                <a:solidFill>
                  <a:srgbClr val="117B78"/>
                </a:solidFill>
                <a:latin typeface="Segoe UI"/>
                <a:ea typeface="Segoe UI"/>
                <a:cs typeface="Segoe UI"/>
              </a:defRPr>
            </a:lvl7pPr>
            <a:lvl8pPr>
              <a:defRPr sz="2550" b="0">
                <a:solidFill>
                  <a:srgbClr val="117B78"/>
                </a:solidFill>
                <a:latin typeface="Segoe UI"/>
                <a:ea typeface="Segoe UI"/>
                <a:cs typeface="Segoe UI"/>
              </a:defRPr>
            </a:lvl8pPr>
            <a:lvl9pPr>
              <a:defRPr sz="2550" b="0">
                <a:solidFill>
                  <a:srgbClr val="117B78"/>
                </a:solidFill>
                <a:latin typeface="Segoe UI"/>
                <a:ea typeface="Segoe UI"/>
                <a:cs typeface="Segoe UI"/>
              </a:defRPr>
            </a:lvl9pPr>
          </a:lstStyle>
          <a:p xmlns:a="http://schemas.openxmlformats.org/drawingml/2006/main">
            <a:pPr>
              <a:defRPr sz="2550" b="0">
                <a:solidFill>
                  <a:srgbClr val="117B78"/>
                </a:solidFill>
                <a:latin typeface="Segoe UI"/>
                <a:ea typeface="Segoe UI"/>
                <a:cs typeface="Segoe UI"/>
              </a:defRPr>
            </a:pPr>
            <a:r>
              <a:rPr sz="2550" b="0">
                <a:solidFill>
                  <a:srgbClr val="117B78"/>
                </a:solidFill>
                <a:latin typeface="Segoe UI"/>
                <a:ea typeface="Segoe UI"/>
                <a:cs typeface="Segoe UI"/>
              </a:rPr>
              <a:t>Bir hesaplama görevi</a:t>
            </a:r>
          </a:p>
        </p:txBody>
      </p:sp>
      <p:sp>
        <p:nvSpPr>
          <p:cNvPr id="6" name="">
            <a:extLst xmlns:a="http://schemas.openxmlformats.org/drawingml/2006/main">
              <a:ext uri="{FF2B5EF4-FFF2-40B4-BE49-F238E27FC236}">
                <a16:creationId xmlns:a16="http://schemas.microsoft.com/office/drawing/2014/main" id="{09434D43-7566-42E9-A328-655B35C3AE88}"/>
              </a:ext>
            </a:extLst>
          </p:cNvPr>
          <p:cNvSpPr>
            <a:spLocks xmlns:a="http://schemas.openxmlformats.org/drawingml/2006/main" noGrp="1"/>
          </p:cNvSpPr>
          <p:nvPr/>
        </p:nvSpPr>
        <p:spPr>
          <a:xfrm xmlns:a="http://schemas.openxmlformats.org/drawingml/2006/main">
            <a:off x="1143000" y="5391150"/>
            <a:ext cx="4572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625" b="1">
                <a:solidFill>
                  <a:srgbClr val="102D3B"/>
                </a:solidFill>
                <a:latin typeface="Segoe UI"/>
                <a:ea typeface="Segoe UI"/>
                <a:cs typeface="Segoe UI"/>
              </a:defRPr>
            </a:defPPr>
            <a:lvl1pPr>
              <a:defRPr sz="2625" b="1">
                <a:solidFill>
                  <a:srgbClr val="102D3B"/>
                </a:solidFill>
                <a:latin typeface="Segoe UI"/>
                <a:ea typeface="Segoe UI"/>
                <a:cs typeface="Segoe UI"/>
              </a:defRPr>
            </a:lvl1pPr>
            <a:lvl2pPr>
              <a:defRPr sz="2625" b="1">
                <a:solidFill>
                  <a:srgbClr val="102D3B"/>
                </a:solidFill>
                <a:latin typeface="Segoe UI"/>
                <a:ea typeface="Segoe UI"/>
                <a:cs typeface="Segoe UI"/>
              </a:defRPr>
            </a:lvl2pPr>
            <a:lvl3pPr>
              <a:defRPr sz="2625" b="1">
                <a:solidFill>
                  <a:srgbClr val="102D3B"/>
                </a:solidFill>
                <a:latin typeface="Segoe UI"/>
                <a:ea typeface="Segoe UI"/>
                <a:cs typeface="Segoe UI"/>
              </a:defRPr>
            </a:lvl3pPr>
            <a:lvl4pPr>
              <a:defRPr sz="2625" b="1">
                <a:solidFill>
                  <a:srgbClr val="102D3B"/>
                </a:solidFill>
                <a:latin typeface="Segoe UI"/>
                <a:ea typeface="Segoe UI"/>
                <a:cs typeface="Segoe UI"/>
              </a:defRPr>
            </a:lvl4pPr>
            <a:lvl5pPr>
              <a:defRPr sz="2625" b="1">
                <a:solidFill>
                  <a:srgbClr val="102D3B"/>
                </a:solidFill>
                <a:latin typeface="Segoe UI"/>
                <a:ea typeface="Segoe UI"/>
                <a:cs typeface="Segoe UI"/>
              </a:defRPr>
            </a:lvl5pPr>
            <a:lvl6pPr>
              <a:defRPr sz="2625" b="1">
                <a:solidFill>
                  <a:srgbClr val="102D3B"/>
                </a:solidFill>
                <a:latin typeface="Segoe UI"/>
                <a:ea typeface="Segoe UI"/>
                <a:cs typeface="Segoe UI"/>
              </a:defRPr>
            </a:lvl6pPr>
            <a:lvl7pPr>
              <a:defRPr sz="2625" b="1">
                <a:solidFill>
                  <a:srgbClr val="102D3B"/>
                </a:solidFill>
                <a:latin typeface="Segoe UI"/>
                <a:ea typeface="Segoe UI"/>
                <a:cs typeface="Segoe UI"/>
              </a:defRPr>
            </a:lvl7pPr>
            <a:lvl8pPr>
              <a:defRPr sz="2625" b="1">
                <a:solidFill>
                  <a:srgbClr val="102D3B"/>
                </a:solidFill>
                <a:latin typeface="Segoe UI"/>
                <a:ea typeface="Segoe UI"/>
                <a:cs typeface="Segoe UI"/>
              </a:defRPr>
            </a:lvl8pPr>
            <a:lvl9pPr>
              <a:defRPr sz="2625" b="1">
                <a:solidFill>
                  <a:srgbClr val="102D3B"/>
                </a:solidFill>
                <a:latin typeface="Segoe UI"/>
                <a:ea typeface="Segoe UI"/>
                <a:cs typeface="Segoe UI"/>
              </a:defRPr>
            </a:lvl9pPr>
          </a:lstStyle>
          <a:p xmlns:a="http://schemas.openxmlformats.org/drawingml/2006/main">
            <a:pPr>
              <a:defRPr sz="2625" b="1">
                <a:solidFill>
                  <a:srgbClr val="102D3B"/>
                </a:solidFill>
                <a:latin typeface="Segoe UI"/>
                <a:ea typeface="Segoe UI"/>
                <a:cs typeface="Segoe UI"/>
              </a:defRPr>
            </a:pPr>
            <a:r>
              <a:rPr sz="2625" b="1">
                <a:solidFill>
                  <a:srgbClr val="102D3B"/>
                </a:solidFill>
                <a:latin typeface="Segoe UI"/>
                <a:ea typeface="Segoe UI"/>
                <a:cs typeface="Segoe UI"/>
              </a:rPr>
              <a:t>Yerel cihaz</a:t>
            </a:r>
          </a:p>
        </p:txBody>
      </p:sp>
      <p:sp>
        <p:nvSpPr>
          <p:cNvPr id="7" name="">
            <a:extLst xmlns:a="http://schemas.openxmlformats.org/drawingml/2006/main">
              <a:ext uri="{FF2B5EF4-FFF2-40B4-BE49-F238E27FC236}">
                <a16:creationId xmlns:a16="http://schemas.microsoft.com/office/drawing/2014/main" id="{BBEB24DC-5BA1-4037-B5CB-9E5B58A28237}"/>
              </a:ext>
            </a:extLst>
          </p:cNvPr>
          <p:cNvSpPr>
            <a:spLocks xmlns:a="http://schemas.openxmlformats.org/drawingml/2006/main" noGrp="1"/>
          </p:cNvSpPr>
          <p:nvPr/>
        </p:nvSpPr>
        <p:spPr>
          <a:xfrm xmlns:a="http://schemas.openxmlformats.org/drawingml/2006/main">
            <a:off x="6858000" y="5391150"/>
            <a:ext cx="4762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625" b="1">
                <a:solidFill>
                  <a:srgbClr val="102D3B"/>
                </a:solidFill>
                <a:latin typeface="Segoe UI"/>
                <a:ea typeface="Segoe UI"/>
                <a:cs typeface="Segoe UI"/>
              </a:defRPr>
            </a:defPPr>
            <a:lvl1pPr>
              <a:defRPr sz="2625" b="1">
                <a:solidFill>
                  <a:srgbClr val="102D3B"/>
                </a:solidFill>
                <a:latin typeface="Segoe UI"/>
                <a:ea typeface="Segoe UI"/>
                <a:cs typeface="Segoe UI"/>
              </a:defRPr>
            </a:lvl1pPr>
            <a:lvl2pPr>
              <a:defRPr sz="2625" b="1">
                <a:solidFill>
                  <a:srgbClr val="102D3B"/>
                </a:solidFill>
                <a:latin typeface="Segoe UI"/>
                <a:ea typeface="Segoe UI"/>
                <a:cs typeface="Segoe UI"/>
              </a:defRPr>
            </a:lvl2pPr>
            <a:lvl3pPr>
              <a:defRPr sz="2625" b="1">
                <a:solidFill>
                  <a:srgbClr val="102D3B"/>
                </a:solidFill>
                <a:latin typeface="Segoe UI"/>
                <a:ea typeface="Segoe UI"/>
                <a:cs typeface="Segoe UI"/>
              </a:defRPr>
            </a:lvl3pPr>
            <a:lvl4pPr>
              <a:defRPr sz="2625" b="1">
                <a:solidFill>
                  <a:srgbClr val="102D3B"/>
                </a:solidFill>
                <a:latin typeface="Segoe UI"/>
                <a:ea typeface="Segoe UI"/>
                <a:cs typeface="Segoe UI"/>
              </a:defRPr>
            </a:lvl4pPr>
            <a:lvl5pPr>
              <a:defRPr sz="2625" b="1">
                <a:solidFill>
                  <a:srgbClr val="102D3B"/>
                </a:solidFill>
                <a:latin typeface="Segoe UI"/>
                <a:ea typeface="Segoe UI"/>
                <a:cs typeface="Segoe UI"/>
              </a:defRPr>
            </a:lvl5pPr>
            <a:lvl6pPr>
              <a:defRPr sz="2625" b="1">
                <a:solidFill>
                  <a:srgbClr val="102D3B"/>
                </a:solidFill>
                <a:latin typeface="Segoe UI"/>
                <a:ea typeface="Segoe UI"/>
                <a:cs typeface="Segoe UI"/>
              </a:defRPr>
            </a:lvl6pPr>
            <a:lvl7pPr>
              <a:defRPr sz="2625" b="1">
                <a:solidFill>
                  <a:srgbClr val="102D3B"/>
                </a:solidFill>
                <a:latin typeface="Segoe UI"/>
                <a:ea typeface="Segoe UI"/>
                <a:cs typeface="Segoe UI"/>
              </a:defRPr>
            </a:lvl7pPr>
            <a:lvl8pPr>
              <a:defRPr sz="2625" b="1">
                <a:solidFill>
                  <a:srgbClr val="102D3B"/>
                </a:solidFill>
                <a:latin typeface="Segoe UI"/>
                <a:ea typeface="Segoe UI"/>
                <a:cs typeface="Segoe UI"/>
              </a:defRPr>
            </a:lvl8pPr>
            <a:lvl9pPr>
              <a:defRPr sz="2625" b="1">
                <a:solidFill>
                  <a:srgbClr val="102D3B"/>
                </a:solidFill>
                <a:latin typeface="Segoe UI"/>
                <a:ea typeface="Segoe UI"/>
                <a:cs typeface="Segoe UI"/>
              </a:defRPr>
            </a:lvl9pPr>
          </a:lstStyle>
          <a:p xmlns:a="http://schemas.openxmlformats.org/drawingml/2006/main">
            <a:pPr>
              <a:defRPr sz="2625" b="1">
                <a:solidFill>
                  <a:srgbClr val="102D3B"/>
                </a:solidFill>
                <a:latin typeface="Segoe UI"/>
                <a:ea typeface="Segoe UI"/>
                <a:cs typeface="Segoe UI"/>
              </a:defRPr>
            </a:pPr>
            <a:r>
              <a:rPr sz="2625" b="1">
                <a:solidFill>
                  <a:srgbClr val="102D3B"/>
                </a:solidFill>
                <a:latin typeface="Segoe UI"/>
                <a:ea typeface="Segoe UI"/>
                <a:cs typeface="Segoe UI"/>
              </a:rPr>
              <a:t>Yakındaki sunucular</a:t>
            </a:r>
          </a:p>
        </p:txBody>
      </p:sp>
      <p:sp>
        <p:nvSpPr>
          <p:cNvPr id="8" name="">
            <a:extLst xmlns:a="http://schemas.openxmlformats.org/drawingml/2006/main">
              <a:ext uri="{FF2B5EF4-FFF2-40B4-BE49-F238E27FC236}">
                <a16:creationId xmlns:a16="http://schemas.microsoft.com/office/drawing/2014/main" id="{ED6AE9E1-6A41-43C0-AC89-8493B2F3D859}"/>
              </a:ext>
            </a:extLst>
          </p:cNvPr>
          <p:cNvSpPr>
            <a:spLocks xmlns:a="http://schemas.openxmlformats.org/drawingml/2006/main" noGrp="1"/>
          </p:cNvSpPr>
          <p:nvPr/>
        </p:nvSpPr>
        <p:spPr>
          <a:xfrm xmlns:a="http://schemas.openxmlformats.org/drawingml/2006/main">
            <a:off x="1143000" y="5876925"/>
            <a:ext cx="5048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57717A"/>
                </a:solidFill>
                <a:latin typeface="Segoe UI"/>
                <a:ea typeface="Segoe UI"/>
                <a:cs typeface="Segoe UI"/>
              </a:defRPr>
            </a:defPPr>
            <a:lvl1pPr>
              <a:defRPr sz="1950" b="0">
                <a:solidFill>
                  <a:srgbClr val="57717A"/>
                </a:solidFill>
                <a:latin typeface="Segoe UI"/>
                <a:ea typeface="Segoe UI"/>
                <a:cs typeface="Segoe UI"/>
              </a:defRPr>
            </a:lvl1pPr>
            <a:lvl2pPr>
              <a:defRPr sz="1950" b="0">
                <a:solidFill>
                  <a:srgbClr val="57717A"/>
                </a:solidFill>
                <a:latin typeface="Segoe UI"/>
                <a:ea typeface="Segoe UI"/>
                <a:cs typeface="Segoe UI"/>
              </a:defRPr>
            </a:lvl2pPr>
            <a:lvl3pPr>
              <a:defRPr sz="1950" b="0">
                <a:solidFill>
                  <a:srgbClr val="57717A"/>
                </a:solidFill>
                <a:latin typeface="Segoe UI"/>
                <a:ea typeface="Segoe UI"/>
                <a:cs typeface="Segoe UI"/>
              </a:defRPr>
            </a:lvl3pPr>
            <a:lvl4pPr>
              <a:defRPr sz="1950" b="0">
                <a:solidFill>
                  <a:srgbClr val="57717A"/>
                </a:solidFill>
                <a:latin typeface="Segoe UI"/>
                <a:ea typeface="Segoe UI"/>
                <a:cs typeface="Segoe UI"/>
              </a:defRPr>
            </a:lvl4pPr>
            <a:lvl5pPr>
              <a:defRPr sz="1950" b="0">
                <a:solidFill>
                  <a:srgbClr val="57717A"/>
                </a:solidFill>
                <a:latin typeface="Segoe UI"/>
                <a:ea typeface="Segoe UI"/>
                <a:cs typeface="Segoe UI"/>
              </a:defRPr>
            </a:lvl5pPr>
            <a:lvl6pPr>
              <a:defRPr sz="1950" b="0">
                <a:solidFill>
                  <a:srgbClr val="57717A"/>
                </a:solidFill>
                <a:latin typeface="Segoe UI"/>
                <a:ea typeface="Segoe UI"/>
                <a:cs typeface="Segoe UI"/>
              </a:defRPr>
            </a:lvl6pPr>
            <a:lvl7pPr>
              <a:defRPr sz="1950" b="0">
                <a:solidFill>
                  <a:srgbClr val="57717A"/>
                </a:solidFill>
                <a:latin typeface="Segoe UI"/>
                <a:ea typeface="Segoe UI"/>
                <a:cs typeface="Segoe UI"/>
              </a:defRPr>
            </a:lvl7pPr>
            <a:lvl8pPr>
              <a:defRPr sz="1950" b="0">
                <a:solidFill>
                  <a:srgbClr val="57717A"/>
                </a:solidFill>
                <a:latin typeface="Segoe UI"/>
                <a:ea typeface="Segoe UI"/>
                <a:cs typeface="Segoe UI"/>
              </a:defRPr>
            </a:lvl8pPr>
            <a:lvl9pPr>
              <a:defRPr sz="1950" b="0">
                <a:solidFill>
                  <a:srgbClr val="57717A"/>
                </a:solidFill>
                <a:latin typeface="Segoe UI"/>
                <a:ea typeface="Segoe UI"/>
                <a:cs typeface="Segoe UI"/>
              </a:defRPr>
            </a:lvl9pPr>
          </a:lstStyle>
          <a:p xmlns:a="http://schemas.openxmlformats.org/drawingml/2006/main">
            <a:pPr>
              <a:defRPr sz="1950" b="0">
                <a:solidFill>
                  <a:srgbClr val="57717A"/>
                </a:solidFill>
                <a:latin typeface="Segoe UI"/>
                <a:ea typeface="Segoe UI"/>
                <a:cs typeface="Segoe UI"/>
              </a:defRPr>
            </a:pPr>
            <a:r>
              <a:rPr sz="1950" b="0">
                <a:solidFill>
                  <a:srgbClr val="57717A"/>
                </a:solidFill>
                <a:latin typeface="Segoe UI"/>
                <a:ea typeface="Segoe UI"/>
                <a:cs typeface="Segoe UI"/>
              </a:rPr>
              <a:t>İşi kendi işlemcisinde tamamlar</a:t>
            </a:r>
          </a:p>
        </p:txBody>
      </p:sp>
      <p:sp>
        <p:nvSpPr>
          <p:cNvPr id="9" name="">
            <a:extLst xmlns:a="http://schemas.openxmlformats.org/drawingml/2006/main">
              <a:ext uri="{FF2B5EF4-FFF2-40B4-BE49-F238E27FC236}">
                <a16:creationId xmlns:a16="http://schemas.microsoft.com/office/drawing/2014/main" id="{D92AD77A-5C6B-4F71-BB12-5C7B4AAA4C2E}"/>
              </a:ext>
            </a:extLst>
          </p:cNvPr>
          <p:cNvSpPr>
            <a:spLocks xmlns:a="http://schemas.openxmlformats.org/drawingml/2006/main" noGrp="1"/>
          </p:cNvSpPr>
          <p:nvPr/>
        </p:nvSpPr>
        <p:spPr>
          <a:xfrm xmlns:a="http://schemas.openxmlformats.org/drawingml/2006/main">
            <a:off x="6858000" y="5876925"/>
            <a:ext cx="476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57717A"/>
                </a:solidFill>
                <a:latin typeface="Segoe UI"/>
                <a:ea typeface="Segoe UI"/>
                <a:cs typeface="Segoe UI"/>
              </a:defRPr>
            </a:defPPr>
            <a:lvl1pPr>
              <a:defRPr sz="1950" b="0">
                <a:solidFill>
                  <a:srgbClr val="57717A"/>
                </a:solidFill>
                <a:latin typeface="Segoe UI"/>
                <a:ea typeface="Segoe UI"/>
                <a:cs typeface="Segoe UI"/>
              </a:defRPr>
            </a:lvl1pPr>
            <a:lvl2pPr>
              <a:defRPr sz="1950" b="0">
                <a:solidFill>
                  <a:srgbClr val="57717A"/>
                </a:solidFill>
                <a:latin typeface="Segoe UI"/>
                <a:ea typeface="Segoe UI"/>
                <a:cs typeface="Segoe UI"/>
              </a:defRPr>
            </a:lvl2pPr>
            <a:lvl3pPr>
              <a:defRPr sz="1950" b="0">
                <a:solidFill>
                  <a:srgbClr val="57717A"/>
                </a:solidFill>
                <a:latin typeface="Segoe UI"/>
                <a:ea typeface="Segoe UI"/>
                <a:cs typeface="Segoe UI"/>
              </a:defRPr>
            </a:lvl3pPr>
            <a:lvl4pPr>
              <a:defRPr sz="1950" b="0">
                <a:solidFill>
                  <a:srgbClr val="57717A"/>
                </a:solidFill>
                <a:latin typeface="Segoe UI"/>
                <a:ea typeface="Segoe UI"/>
                <a:cs typeface="Segoe UI"/>
              </a:defRPr>
            </a:lvl4pPr>
            <a:lvl5pPr>
              <a:defRPr sz="1950" b="0">
                <a:solidFill>
                  <a:srgbClr val="57717A"/>
                </a:solidFill>
                <a:latin typeface="Segoe UI"/>
                <a:ea typeface="Segoe UI"/>
                <a:cs typeface="Segoe UI"/>
              </a:defRPr>
            </a:lvl5pPr>
            <a:lvl6pPr>
              <a:defRPr sz="1950" b="0">
                <a:solidFill>
                  <a:srgbClr val="57717A"/>
                </a:solidFill>
                <a:latin typeface="Segoe UI"/>
                <a:ea typeface="Segoe UI"/>
                <a:cs typeface="Segoe UI"/>
              </a:defRPr>
            </a:lvl6pPr>
            <a:lvl7pPr>
              <a:defRPr sz="1950" b="0">
                <a:solidFill>
                  <a:srgbClr val="57717A"/>
                </a:solidFill>
                <a:latin typeface="Segoe UI"/>
                <a:ea typeface="Segoe UI"/>
                <a:cs typeface="Segoe UI"/>
              </a:defRPr>
            </a:lvl7pPr>
            <a:lvl8pPr>
              <a:defRPr sz="1950" b="0">
                <a:solidFill>
                  <a:srgbClr val="57717A"/>
                </a:solidFill>
                <a:latin typeface="Segoe UI"/>
                <a:ea typeface="Segoe UI"/>
                <a:cs typeface="Segoe UI"/>
              </a:defRPr>
            </a:lvl8pPr>
            <a:lvl9pPr>
              <a:defRPr sz="1950" b="0">
                <a:solidFill>
                  <a:srgbClr val="57717A"/>
                </a:solidFill>
                <a:latin typeface="Segoe UI"/>
                <a:ea typeface="Segoe UI"/>
                <a:cs typeface="Segoe UI"/>
              </a:defRPr>
            </a:lvl9pPr>
          </a:lstStyle>
          <a:p xmlns:a="http://schemas.openxmlformats.org/drawingml/2006/main">
            <a:pPr>
              <a:defRPr sz="1950" b="0">
                <a:solidFill>
                  <a:srgbClr val="57717A"/>
                </a:solidFill>
                <a:latin typeface="Segoe UI"/>
                <a:ea typeface="Segoe UI"/>
                <a:cs typeface="Segoe UI"/>
              </a:defRPr>
            </a:pPr>
            <a:r>
              <a:rPr sz="1950" b="0">
                <a:solidFill>
                  <a:srgbClr val="57717A"/>
                </a:solidFill>
                <a:latin typeface="Segoe UI"/>
                <a:ea typeface="Segoe UI"/>
                <a:cs typeface="Segoe UI"/>
              </a:rPr>
              <a:t>İşi alır ve uzakta hesaplar</a:t>
            </a:r>
          </a:p>
        </p:txBody>
      </p:sp>
    </p:spTree>
    <p:extLst>
      <p:ext uri="{BB962C8B-B14F-4D97-AF65-F5344CB8AC3E}">
        <p14:creationId xmlns:p14="http://schemas.microsoft.com/office/powerpoint/2010/main" val="1511645002"/>
      </p:ext>
    </p:extLst>
  </p:cSld>
</p:sld>
</file>

<file path=ppt/slides/slide3.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413F7B4D-5D05-4A4C-8CAD-5816088AEC4F}"/>
              </a:ext>
            </a:extLst>
          </p:cNvPr>
          <p:cNvPicPr>
            <a:picLocks xmlns:a="http://schemas.openxmlformats.org/drawingml/2006/main" noChangeAspect="1"/>
          </p:cNvPicPr>
          <p:nvPr/>
        </p:nvPicPr>
        <p:blipFill>
          <a:blip xmlns:r="http://schemas.openxmlformats.org/officeDocument/2006/relationships" xmlns:a="http://schemas.openxmlformats.org/drawingml/2006/main" r:embed="R33ce9bd7ed0241e2"/>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3" name="title">
            <a:extLst xmlns:a="http://schemas.openxmlformats.org/drawingml/2006/main">
              <a:ext uri="{FF2B5EF4-FFF2-40B4-BE49-F238E27FC236}">
                <a16:creationId xmlns:a16="http://schemas.microsoft.com/office/drawing/2014/main" id="{41F0787F-3593-4E99-A153-C4918A75ABE1}"/>
              </a:ext>
            </a:extLst>
          </p:cNvPr>
          <p:cNvSpPr>
            <a:spLocks xmlns:a="http://schemas.openxmlformats.org/drawingml/2006/main" noGrp="1"/>
          </p:cNvSpPr>
          <p:nvPr/>
        </p:nvSpPr>
        <p:spPr>
          <a:xfrm xmlns:a="http://schemas.openxmlformats.org/drawingml/2006/main">
            <a:off x="628650" y="457200"/>
            <a:ext cx="109347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600" b="1">
                <a:solidFill>
                  <a:srgbClr val="102D3B"/>
                </a:solidFill>
                <a:latin typeface="Segoe UI"/>
                <a:ea typeface="Segoe UI"/>
                <a:cs typeface="Segoe UI"/>
              </a:defRPr>
            </a:defPPr>
            <a:lvl1pPr>
              <a:defRPr sz="3600" b="1">
                <a:solidFill>
                  <a:srgbClr val="102D3B"/>
                </a:solidFill>
                <a:latin typeface="Segoe UI"/>
                <a:ea typeface="Segoe UI"/>
                <a:cs typeface="Segoe UI"/>
              </a:defRPr>
            </a:lvl1pPr>
            <a:lvl2pPr>
              <a:defRPr sz="3600" b="1">
                <a:solidFill>
                  <a:srgbClr val="102D3B"/>
                </a:solidFill>
                <a:latin typeface="Segoe UI"/>
                <a:ea typeface="Segoe UI"/>
                <a:cs typeface="Segoe UI"/>
              </a:defRPr>
            </a:lvl2pPr>
            <a:lvl3pPr>
              <a:defRPr sz="3600" b="1">
                <a:solidFill>
                  <a:srgbClr val="102D3B"/>
                </a:solidFill>
                <a:latin typeface="Segoe UI"/>
                <a:ea typeface="Segoe UI"/>
                <a:cs typeface="Segoe UI"/>
              </a:defRPr>
            </a:lvl3pPr>
            <a:lvl4pPr>
              <a:defRPr sz="3600" b="1">
                <a:solidFill>
                  <a:srgbClr val="102D3B"/>
                </a:solidFill>
                <a:latin typeface="Segoe UI"/>
                <a:ea typeface="Segoe UI"/>
                <a:cs typeface="Segoe UI"/>
              </a:defRPr>
            </a:lvl4pPr>
            <a:lvl5pPr>
              <a:defRPr sz="3600" b="1">
                <a:solidFill>
                  <a:srgbClr val="102D3B"/>
                </a:solidFill>
                <a:latin typeface="Segoe UI"/>
                <a:ea typeface="Segoe UI"/>
                <a:cs typeface="Segoe UI"/>
              </a:defRPr>
            </a:lvl5pPr>
            <a:lvl6pPr>
              <a:defRPr sz="3600" b="1">
                <a:solidFill>
                  <a:srgbClr val="102D3B"/>
                </a:solidFill>
                <a:latin typeface="Segoe UI"/>
                <a:ea typeface="Segoe UI"/>
                <a:cs typeface="Segoe UI"/>
              </a:defRPr>
            </a:lvl6pPr>
            <a:lvl7pPr>
              <a:defRPr sz="3600" b="1">
                <a:solidFill>
                  <a:srgbClr val="102D3B"/>
                </a:solidFill>
                <a:latin typeface="Segoe UI"/>
                <a:ea typeface="Segoe UI"/>
                <a:cs typeface="Segoe UI"/>
              </a:defRPr>
            </a:lvl7pPr>
            <a:lvl8pPr>
              <a:defRPr sz="3600" b="1">
                <a:solidFill>
                  <a:srgbClr val="102D3B"/>
                </a:solidFill>
                <a:latin typeface="Segoe UI"/>
                <a:ea typeface="Segoe UI"/>
                <a:cs typeface="Segoe UI"/>
              </a:defRPr>
            </a:lvl8pPr>
            <a:lvl9pPr>
              <a:defRPr sz="3600" b="1">
                <a:solidFill>
                  <a:srgbClr val="102D3B"/>
                </a:solidFill>
                <a:latin typeface="Segoe UI"/>
                <a:ea typeface="Segoe UI"/>
                <a:cs typeface="Segoe UI"/>
              </a:defRPr>
            </a:lvl9pPr>
          </a:lstStyle>
          <a:p xmlns:a="http://schemas.openxmlformats.org/drawingml/2006/main">
            <a:pPr>
              <a:defRPr sz="3600" b="1">
                <a:solidFill>
                  <a:srgbClr val="102D3B"/>
                </a:solidFill>
                <a:latin typeface="Segoe UI"/>
                <a:ea typeface="Segoe UI"/>
                <a:cs typeface="Segoe UI"/>
              </a:defRPr>
            </a:pPr>
            <a:r>
              <a:rPr sz="3600" b="1">
                <a:solidFill>
                  <a:srgbClr val="102D3B"/>
                </a:solidFill>
                <a:latin typeface="Segoe UI"/>
                <a:ea typeface="Segoe UI"/>
                <a:cs typeface="Segoe UI"/>
              </a:rPr>
              <a:t>Nereye ve ne kadar?</a:t>
            </a:r>
          </a:p>
        </p:txBody>
      </p:sp>
      <p:sp>
        <p:nvSpPr>
          <p:cNvPr id="4" name="page">
            <a:extLst xmlns:a="http://schemas.openxmlformats.org/drawingml/2006/main">
              <a:ext uri="{FF2B5EF4-FFF2-40B4-BE49-F238E27FC236}">
                <a16:creationId xmlns:a16="http://schemas.microsoft.com/office/drawing/2014/main" id="{13D5A37C-6241-4728-A000-A9105B3B321C}"/>
              </a:ext>
            </a:extLst>
          </p:cNvPr>
          <p:cNvSpPr>
            <a:spLocks xmlns:a="http://schemas.openxmlformats.org/drawingml/2006/main" noGrp="1"/>
          </p:cNvSpPr>
          <p:nvPr/>
        </p:nvSpPr>
        <p:spPr>
          <a:xfrm xmlns:a="http://schemas.openxmlformats.org/drawingml/2006/main">
            <a:off x="11182350" y="6334125"/>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57717A"/>
                </a:solidFill>
                <a:latin typeface="Segoe UI"/>
                <a:ea typeface="Segoe UI"/>
                <a:cs typeface="Segoe UI"/>
              </a:defRPr>
            </a:defPPr>
            <a:lvl1pPr>
              <a:defRPr sz="1575" b="0">
                <a:solidFill>
                  <a:srgbClr val="57717A"/>
                </a:solidFill>
                <a:latin typeface="Segoe UI"/>
                <a:ea typeface="Segoe UI"/>
                <a:cs typeface="Segoe UI"/>
              </a:defRPr>
            </a:lvl1pPr>
            <a:lvl2pPr>
              <a:defRPr sz="1575" b="0">
                <a:solidFill>
                  <a:srgbClr val="57717A"/>
                </a:solidFill>
                <a:latin typeface="Segoe UI"/>
                <a:ea typeface="Segoe UI"/>
                <a:cs typeface="Segoe UI"/>
              </a:defRPr>
            </a:lvl2pPr>
            <a:lvl3pPr>
              <a:defRPr sz="1575" b="0">
                <a:solidFill>
                  <a:srgbClr val="57717A"/>
                </a:solidFill>
                <a:latin typeface="Segoe UI"/>
                <a:ea typeface="Segoe UI"/>
                <a:cs typeface="Segoe UI"/>
              </a:defRPr>
            </a:lvl3pPr>
            <a:lvl4pPr>
              <a:defRPr sz="1575" b="0">
                <a:solidFill>
                  <a:srgbClr val="57717A"/>
                </a:solidFill>
                <a:latin typeface="Segoe UI"/>
                <a:ea typeface="Segoe UI"/>
                <a:cs typeface="Segoe UI"/>
              </a:defRPr>
            </a:lvl4pPr>
            <a:lvl5pPr>
              <a:defRPr sz="1575" b="0">
                <a:solidFill>
                  <a:srgbClr val="57717A"/>
                </a:solidFill>
                <a:latin typeface="Segoe UI"/>
                <a:ea typeface="Segoe UI"/>
                <a:cs typeface="Segoe UI"/>
              </a:defRPr>
            </a:lvl5pPr>
            <a:lvl6pPr>
              <a:defRPr sz="1575" b="0">
                <a:solidFill>
                  <a:srgbClr val="57717A"/>
                </a:solidFill>
                <a:latin typeface="Segoe UI"/>
                <a:ea typeface="Segoe UI"/>
                <a:cs typeface="Segoe UI"/>
              </a:defRPr>
            </a:lvl6pPr>
            <a:lvl7pPr>
              <a:defRPr sz="1575" b="0">
                <a:solidFill>
                  <a:srgbClr val="57717A"/>
                </a:solidFill>
                <a:latin typeface="Segoe UI"/>
                <a:ea typeface="Segoe UI"/>
                <a:cs typeface="Segoe UI"/>
              </a:defRPr>
            </a:lvl7pPr>
            <a:lvl8pPr>
              <a:defRPr sz="1575" b="0">
                <a:solidFill>
                  <a:srgbClr val="57717A"/>
                </a:solidFill>
                <a:latin typeface="Segoe UI"/>
                <a:ea typeface="Segoe UI"/>
                <a:cs typeface="Segoe UI"/>
              </a:defRPr>
            </a:lvl8pPr>
            <a:lvl9pPr>
              <a:defRPr sz="1575" b="0">
                <a:solidFill>
                  <a:srgbClr val="57717A"/>
                </a:solidFill>
                <a:latin typeface="Segoe UI"/>
                <a:ea typeface="Segoe UI"/>
                <a:cs typeface="Segoe UI"/>
              </a:defRPr>
            </a:lvl9pPr>
          </a:lstStyle>
          <a:p xmlns:a="http://schemas.openxmlformats.org/drawingml/2006/main">
            <a:pPr>
              <a:defRPr sz="1575" b="0">
                <a:solidFill>
                  <a:srgbClr val="57717A"/>
                </a:solidFill>
                <a:latin typeface="Segoe UI"/>
                <a:ea typeface="Segoe UI"/>
                <a:cs typeface="Segoe UI"/>
              </a:defRPr>
            </a:pPr>
            <a:r>
              <a:rPr sz="1575" b="0">
                <a:solidFill>
                  <a:srgbClr val="57717A"/>
                </a:solidFill>
                <a:latin typeface="Segoe UI"/>
                <a:ea typeface="Segoe UI"/>
                <a:cs typeface="Segoe UI"/>
              </a:rPr>
              <a:t>03</a:t>
            </a:r>
          </a:p>
        </p:txBody>
      </p:sp>
      <p:sp>
        <p:nvSpPr>
          <p:cNvPr id="5" name="">
            <a:extLst xmlns:a="http://schemas.openxmlformats.org/drawingml/2006/main">
              <a:ext uri="{FF2B5EF4-FFF2-40B4-BE49-F238E27FC236}">
                <a16:creationId xmlns:a16="http://schemas.microsoft.com/office/drawing/2014/main" id="{9DA3ACC1-DEDF-45C5-9C68-DA0AEE7452E2}"/>
              </a:ext>
            </a:extLst>
          </p:cNvPr>
          <p:cNvSpPr>
            <a:spLocks xmlns:a="http://schemas.openxmlformats.org/drawingml/2006/main" noGrp="1"/>
          </p:cNvSpPr>
          <p:nvPr/>
        </p:nvSpPr>
        <p:spPr>
          <a:xfrm xmlns:a="http://schemas.openxmlformats.org/drawingml/2006/main">
            <a:off x="628650" y="1847850"/>
            <a:ext cx="5238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75" b="1">
                <a:solidFill>
                  <a:srgbClr val="117B78"/>
                </a:solidFill>
                <a:latin typeface="Segoe UI"/>
                <a:ea typeface="Segoe UI"/>
                <a:cs typeface="Segoe UI"/>
              </a:defRPr>
            </a:defPPr>
            <a:lvl1pPr>
              <a:defRPr sz="2475" b="1">
                <a:solidFill>
                  <a:srgbClr val="117B78"/>
                </a:solidFill>
                <a:latin typeface="Segoe UI"/>
                <a:ea typeface="Segoe UI"/>
                <a:cs typeface="Segoe UI"/>
              </a:defRPr>
            </a:lvl1pPr>
            <a:lvl2pPr>
              <a:defRPr sz="2475" b="1">
                <a:solidFill>
                  <a:srgbClr val="117B78"/>
                </a:solidFill>
                <a:latin typeface="Segoe UI"/>
                <a:ea typeface="Segoe UI"/>
                <a:cs typeface="Segoe UI"/>
              </a:defRPr>
            </a:lvl2pPr>
            <a:lvl3pPr>
              <a:defRPr sz="2475" b="1">
                <a:solidFill>
                  <a:srgbClr val="117B78"/>
                </a:solidFill>
                <a:latin typeface="Segoe UI"/>
                <a:ea typeface="Segoe UI"/>
                <a:cs typeface="Segoe UI"/>
              </a:defRPr>
            </a:lvl3pPr>
            <a:lvl4pPr>
              <a:defRPr sz="2475" b="1">
                <a:solidFill>
                  <a:srgbClr val="117B78"/>
                </a:solidFill>
                <a:latin typeface="Segoe UI"/>
                <a:ea typeface="Segoe UI"/>
                <a:cs typeface="Segoe UI"/>
              </a:defRPr>
            </a:lvl4pPr>
            <a:lvl5pPr>
              <a:defRPr sz="2475" b="1">
                <a:solidFill>
                  <a:srgbClr val="117B78"/>
                </a:solidFill>
                <a:latin typeface="Segoe UI"/>
                <a:ea typeface="Segoe UI"/>
                <a:cs typeface="Segoe UI"/>
              </a:defRPr>
            </a:lvl5pPr>
            <a:lvl6pPr>
              <a:defRPr sz="2475" b="1">
                <a:solidFill>
                  <a:srgbClr val="117B78"/>
                </a:solidFill>
                <a:latin typeface="Segoe UI"/>
                <a:ea typeface="Segoe UI"/>
                <a:cs typeface="Segoe UI"/>
              </a:defRPr>
            </a:lvl6pPr>
            <a:lvl7pPr>
              <a:defRPr sz="2475" b="1">
                <a:solidFill>
                  <a:srgbClr val="117B78"/>
                </a:solidFill>
                <a:latin typeface="Segoe UI"/>
                <a:ea typeface="Segoe UI"/>
                <a:cs typeface="Segoe UI"/>
              </a:defRPr>
            </a:lvl7pPr>
            <a:lvl8pPr>
              <a:defRPr sz="2475" b="1">
                <a:solidFill>
                  <a:srgbClr val="117B78"/>
                </a:solidFill>
                <a:latin typeface="Segoe UI"/>
                <a:ea typeface="Segoe UI"/>
                <a:cs typeface="Segoe UI"/>
              </a:defRPr>
            </a:lvl8pPr>
            <a:lvl9pPr>
              <a:defRPr sz="2475" b="1">
                <a:solidFill>
                  <a:srgbClr val="117B78"/>
                </a:solidFill>
                <a:latin typeface="Segoe UI"/>
                <a:ea typeface="Segoe UI"/>
                <a:cs typeface="Segoe UI"/>
              </a:defRPr>
            </a:lvl9pPr>
          </a:lstStyle>
          <a:p xmlns:a="http://schemas.openxmlformats.org/drawingml/2006/main">
            <a:pPr>
              <a:defRPr sz="2475" b="1">
                <a:solidFill>
                  <a:srgbClr val="117B78"/>
                </a:solidFill>
                <a:latin typeface="Segoe UI"/>
                <a:ea typeface="Segoe UI"/>
                <a:cs typeface="Segoe UI"/>
              </a:defRPr>
            </a:pPr>
            <a:r>
              <a:rPr sz="2475" b="1">
                <a:solidFill>
                  <a:srgbClr val="117B78"/>
                </a:solidFill>
                <a:latin typeface="Segoe UI"/>
                <a:ea typeface="Segoe UI"/>
                <a:cs typeface="Segoe UI"/>
              </a:rPr>
              <a:t>Sunucu seçimi</a:t>
            </a:r>
          </a:p>
        </p:txBody>
      </p:sp>
      <p:sp>
        <p:nvSpPr>
          <p:cNvPr id="6" name="">
            <a:extLst xmlns:a="http://schemas.openxmlformats.org/drawingml/2006/main">
              <a:ext uri="{FF2B5EF4-FFF2-40B4-BE49-F238E27FC236}">
                <a16:creationId xmlns:a16="http://schemas.microsoft.com/office/drawing/2014/main" id="{E1F236CD-5546-4B1D-9E0D-8CCFD7F26BB3}"/>
              </a:ext>
            </a:extLst>
          </p:cNvPr>
          <p:cNvSpPr>
            <a:spLocks xmlns:a="http://schemas.openxmlformats.org/drawingml/2006/main" noGrp="1"/>
          </p:cNvSpPr>
          <p:nvPr/>
        </p:nvSpPr>
        <p:spPr>
          <a:xfrm xmlns:a="http://schemas.openxmlformats.org/drawingml/2006/main">
            <a:off x="6524625" y="1847850"/>
            <a:ext cx="5048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75" b="1">
                <a:solidFill>
                  <a:srgbClr val="117B78"/>
                </a:solidFill>
                <a:latin typeface="Segoe UI"/>
                <a:ea typeface="Segoe UI"/>
                <a:cs typeface="Segoe UI"/>
              </a:defRPr>
            </a:defPPr>
            <a:lvl1pPr>
              <a:defRPr sz="2475" b="1">
                <a:solidFill>
                  <a:srgbClr val="117B78"/>
                </a:solidFill>
                <a:latin typeface="Segoe UI"/>
                <a:ea typeface="Segoe UI"/>
                <a:cs typeface="Segoe UI"/>
              </a:defRPr>
            </a:lvl1pPr>
            <a:lvl2pPr>
              <a:defRPr sz="2475" b="1">
                <a:solidFill>
                  <a:srgbClr val="117B78"/>
                </a:solidFill>
                <a:latin typeface="Segoe UI"/>
                <a:ea typeface="Segoe UI"/>
                <a:cs typeface="Segoe UI"/>
              </a:defRPr>
            </a:lvl2pPr>
            <a:lvl3pPr>
              <a:defRPr sz="2475" b="1">
                <a:solidFill>
                  <a:srgbClr val="117B78"/>
                </a:solidFill>
                <a:latin typeface="Segoe UI"/>
                <a:ea typeface="Segoe UI"/>
                <a:cs typeface="Segoe UI"/>
              </a:defRPr>
            </a:lvl3pPr>
            <a:lvl4pPr>
              <a:defRPr sz="2475" b="1">
                <a:solidFill>
                  <a:srgbClr val="117B78"/>
                </a:solidFill>
                <a:latin typeface="Segoe UI"/>
                <a:ea typeface="Segoe UI"/>
                <a:cs typeface="Segoe UI"/>
              </a:defRPr>
            </a:lvl4pPr>
            <a:lvl5pPr>
              <a:defRPr sz="2475" b="1">
                <a:solidFill>
                  <a:srgbClr val="117B78"/>
                </a:solidFill>
                <a:latin typeface="Segoe UI"/>
                <a:ea typeface="Segoe UI"/>
                <a:cs typeface="Segoe UI"/>
              </a:defRPr>
            </a:lvl5pPr>
            <a:lvl6pPr>
              <a:defRPr sz="2475" b="1">
                <a:solidFill>
                  <a:srgbClr val="117B78"/>
                </a:solidFill>
                <a:latin typeface="Segoe UI"/>
                <a:ea typeface="Segoe UI"/>
                <a:cs typeface="Segoe UI"/>
              </a:defRPr>
            </a:lvl6pPr>
            <a:lvl7pPr>
              <a:defRPr sz="2475" b="1">
                <a:solidFill>
                  <a:srgbClr val="117B78"/>
                </a:solidFill>
                <a:latin typeface="Segoe UI"/>
                <a:ea typeface="Segoe UI"/>
                <a:cs typeface="Segoe UI"/>
              </a:defRPr>
            </a:lvl7pPr>
            <a:lvl8pPr>
              <a:defRPr sz="2475" b="1">
                <a:solidFill>
                  <a:srgbClr val="117B78"/>
                </a:solidFill>
                <a:latin typeface="Segoe UI"/>
                <a:ea typeface="Segoe UI"/>
                <a:cs typeface="Segoe UI"/>
              </a:defRPr>
            </a:lvl8pPr>
            <a:lvl9pPr>
              <a:defRPr sz="2475" b="1">
                <a:solidFill>
                  <a:srgbClr val="117B78"/>
                </a:solidFill>
                <a:latin typeface="Segoe UI"/>
                <a:ea typeface="Segoe UI"/>
                <a:cs typeface="Segoe UI"/>
              </a:defRPr>
            </a:lvl9pPr>
          </a:lstStyle>
          <a:p xmlns:a="http://schemas.openxmlformats.org/drawingml/2006/main">
            <a:pPr>
              <a:defRPr sz="2475" b="1">
                <a:solidFill>
                  <a:srgbClr val="117B78"/>
                </a:solidFill>
                <a:latin typeface="Segoe UI"/>
                <a:ea typeface="Segoe UI"/>
                <a:cs typeface="Segoe UI"/>
              </a:defRPr>
            </a:pPr>
            <a:r>
              <a:rPr sz="2475" b="1">
                <a:solidFill>
                  <a:srgbClr val="117B78"/>
                </a:solidFill>
                <a:latin typeface="Segoe UI"/>
                <a:ea typeface="Segoe UI"/>
                <a:cs typeface="Segoe UI"/>
              </a:rPr>
              <a:t>Gönderim oranı</a:t>
            </a:r>
          </a:p>
        </p:txBody>
      </p:sp>
      <p:sp>
        <p:nvSpPr>
          <p:cNvPr id="7" name="">
            <a:extLst xmlns:a="http://schemas.openxmlformats.org/drawingml/2006/main">
              <a:ext uri="{FF2B5EF4-FFF2-40B4-BE49-F238E27FC236}">
                <a16:creationId xmlns:a16="http://schemas.microsoft.com/office/drawing/2014/main" id="{12F24868-D08C-4D35-8720-63AE53E5E059}"/>
              </a:ext>
            </a:extLst>
          </p:cNvPr>
          <p:cNvSpPr>
            <a:spLocks xmlns:a="http://schemas.openxmlformats.org/drawingml/2006/main" noGrp="1"/>
          </p:cNvSpPr>
          <p:nvPr/>
        </p:nvSpPr>
        <p:spPr>
          <a:xfrm xmlns:a="http://schemas.openxmlformats.org/drawingml/2006/main">
            <a:off x="628650" y="2419350"/>
            <a:ext cx="5238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625" b="0">
                <a:solidFill>
                  <a:srgbClr val="102D3B"/>
                </a:solidFill>
                <a:latin typeface="Segoe UI"/>
                <a:ea typeface="Segoe UI"/>
                <a:cs typeface="Segoe UI"/>
              </a:defRPr>
            </a:defPPr>
            <a:lvl1pPr>
              <a:defRPr sz="2625" b="0">
                <a:solidFill>
                  <a:srgbClr val="102D3B"/>
                </a:solidFill>
                <a:latin typeface="Segoe UI"/>
                <a:ea typeface="Segoe UI"/>
                <a:cs typeface="Segoe UI"/>
              </a:defRPr>
            </a:lvl1pPr>
            <a:lvl2pPr>
              <a:defRPr sz="2625" b="0">
                <a:solidFill>
                  <a:srgbClr val="102D3B"/>
                </a:solidFill>
                <a:latin typeface="Segoe UI"/>
                <a:ea typeface="Segoe UI"/>
                <a:cs typeface="Segoe UI"/>
              </a:defRPr>
            </a:lvl2pPr>
            <a:lvl3pPr>
              <a:defRPr sz="2625" b="0">
                <a:solidFill>
                  <a:srgbClr val="102D3B"/>
                </a:solidFill>
                <a:latin typeface="Segoe UI"/>
                <a:ea typeface="Segoe UI"/>
                <a:cs typeface="Segoe UI"/>
              </a:defRPr>
            </a:lvl3pPr>
            <a:lvl4pPr>
              <a:defRPr sz="2625" b="0">
                <a:solidFill>
                  <a:srgbClr val="102D3B"/>
                </a:solidFill>
                <a:latin typeface="Segoe UI"/>
                <a:ea typeface="Segoe UI"/>
                <a:cs typeface="Segoe UI"/>
              </a:defRPr>
            </a:lvl4pPr>
            <a:lvl5pPr>
              <a:defRPr sz="2625" b="0">
                <a:solidFill>
                  <a:srgbClr val="102D3B"/>
                </a:solidFill>
                <a:latin typeface="Segoe UI"/>
                <a:ea typeface="Segoe UI"/>
                <a:cs typeface="Segoe UI"/>
              </a:defRPr>
            </a:lvl5pPr>
            <a:lvl6pPr>
              <a:defRPr sz="2625" b="0">
                <a:solidFill>
                  <a:srgbClr val="102D3B"/>
                </a:solidFill>
                <a:latin typeface="Segoe UI"/>
                <a:ea typeface="Segoe UI"/>
                <a:cs typeface="Segoe UI"/>
              </a:defRPr>
            </a:lvl6pPr>
            <a:lvl7pPr>
              <a:defRPr sz="2625" b="0">
                <a:solidFill>
                  <a:srgbClr val="102D3B"/>
                </a:solidFill>
                <a:latin typeface="Segoe UI"/>
                <a:ea typeface="Segoe UI"/>
                <a:cs typeface="Segoe UI"/>
              </a:defRPr>
            </a:lvl7pPr>
            <a:lvl8pPr>
              <a:defRPr sz="2625" b="0">
                <a:solidFill>
                  <a:srgbClr val="102D3B"/>
                </a:solidFill>
                <a:latin typeface="Segoe UI"/>
                <a:ea typeface="Segoe UI"/>
                <a:cs typeface="Segoe UI"/>
              </a:defRPr>
            </a:lvl8pPr>
            <a:lvl9pPr>
              <a:defRPr sz="2625" b="0">
                <a:solidFill>
                  <a:srgbClr val="102D3B"/>
                </a:solidFill>
                <a:latin typeface="Segoe UI"/>
                <a:ea typeface="Segoe UI"/>
                <a:cs typeface="Segoe UI"/>
              </a:defRPr>
            </a:lvl9pPr>
          </a:lstStyle>
          <a:p xmlns:a="http://schemas.openxmlformats.org/drawingml/2006/main">
            <a:pPr>
              <a:defRPr sz="2625" b="0">
                <a:solidFill>
                  <a:srgbClr val="102D3B"/>
                </a:solidFill>
                <a:latin typeface="Segoe UI"/>
                <a:ea typeface="Segoe UI"/>
                <a:cs typeface="Segoe UI"/>
              </a:defRPr>
            </a:pPr>
            <a:r>
              <a:rPr sz="2625" b="0">
                <a:solidFill>
                  <a:srgbClr val="102D3B"/>
                </a:solidFill>
                <a:latin typeface="Segoe UI"/>
                <a:ea typeface="Segoe UI"/>
                <a:cs typeface="Segoe UI"/>
              </a:rPr>
              <a:t>Yerel cihaz veya</a:t>
            </a:r>
          </a:p>
          <a:p xmlns:a="http://schemas.openxmlformats.org/drawingml/2006/main">
            <a:pPr>
              <a:defRPr sz="2625" b="0">
                <a:solidFill>
                  <a:srgbClr val="102D3B"/>
                </a:solidFill>
                <a:latin typeface="Segoe UI"/>
                <a:ea typeface="Segoe UI"/>
                <a:cs typeface="Segoe UI"/>
              </a:defRPr>
            </a:pPr>
            <a:r>
              <a:rPr sz="2625" b="0">
                <a:solidFill>
                  <a:srgbClr val="102D3B"/>
                </a:solidFill>
                <a:latin typeface="Segoe UI"/>
                <a:ea typeface="Segoe UI"/>
                <a:cs typeface="Segoe UI"/>
              </a:rPr>
              <a:t>uygun kenar sunucusu</a:t>
            </a:r>
          </a:p>
        </p:txBody>
      </p:sp>
      <p:sp>
        <p:nvSpPr>
          <p:cNvPr id="8" name="">
            <a:extLst xmlns:a="http://schemas.openxmlformats.org/drawingml/2006/main">
              <a:ext uri="{FF2B5EF4-FFF2-40B4-BE49-F238E27FC236}">
                <a16:creationId xmlns:a16="http://schemas.microsoft.com/office/drawing/2014/main" id="{191BA18B-6FCB-40B7-B332-60255BCE4C1D}"/>
              </a:ext>
            </a:extLst>
          </p:cNvPr>
          <p:cNvSpPr>
            <a:spLocks xmlns:a="http://schemas.openxmlformats.org/drawingml/2006/main" noGrp="1"/>
          </p:cNvSpPr>
          <p:nvPr/>
        </p:nvSpPr>
        <p:spPr>
          <a:xfrm xmlns:a="http://schemas.openxmlformats.org/drawingml/2006/main">
            <a:off x="6524625" y="2419350"/>
            <a:ext cx="5048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625" b="0">
                <a:solidFill>
                  <a:srgbClr val="102D3B"/>
                </a:solidFill>
                <a:latin typeface="Segoe UI"/>
                <a:ea typeface="Segoe UI"/>
                <a:cs typeface="Segoe UI"/>
              </a:defRPr>
            </a:defPPr>
            <a:lvl1pPr>
              <a:defRPr sz="2625" b="0">
                <a:solidFill>
                  <a:srgbClr val="102D3B"/>
                </a:solidFill>
                <a:latin typeface="Segoe UI"/>
                <a:ea typeface="Segoe UI"/>
                <a:cs typeface="Segoe UI"/>
              </a:defRPr>
            </a:lvl1pPr>
            <a:lvl2pPr>
              <a:defRPr sz="2625" b="0">
                <a:solidFill>
                  <a:srgbClr val="102D3B"/>
                </a:solidFill>
                <a:latin typeface="Segoe UI"/>
                <a:ea typeface="Segoe UI"/>
                <a:cs typeface="Segoe UI"/>
              </a:defRPr>
            </a:lvl2pPr>
            <a:lvl3pPr>
              <a:defRPr sz="2625" b="0">
                <a:solidFill>
                  <a:srgbClr val="102D3B"/>
                </a:solidFill>
                <a:latin typeface="Segoe UI"/>
                <a:ea typeface="Segoe UI"/>
                <a:cs typeface="Segoe UI"/>
              </a:defRPr>
            </a:lvl3pPr>
            <a:lvl4pPr>
              <a:defRPr sz="2625" b="0">
                <a:solidFill>
                  <a:srgbClr val="102D3B"/>
                </a:solidFill>
                <a:latin typeface="Segoe UI"/>
                <a:ea typeface="Segoe UI"/>
                <a:cs typeface="Segoe UI"/>
              </a:defRPr>
            </a:lvl4pPr>
            <a:lvl5pPr>
              <a:defRPr sz="2625" b="0">
                <a:solidFill>
                  <a:srgbClr val="102D3B"/>
                </a:solidFill>
                <a:latin typeface="Segoe UI"/>
                <a:ea typeface="Segoe UI"/>
                <a:cs typeface="Segoe UI"/>
              </a:defRPr>
            </a:lvl5pPr>
            <a:lvl6pPr>
              <a:defRPr sz="2625" b="0">
                <a:solidFill>
                  <a:srgbClr val="102D3B"/>
                </a:solidFill>
                <a:latin typeface="Segoe UI"/>
                <a:ea typeface="Segoe UI"/>
                <a:cs typeface="Segoe UI"/>
              </a:defRPr>
            </a:lvl6pPr>
            <a:lvl7pPr>
              <a:defRPr sz="2625" b="0">
                <a:solidFill>
                  <a:srgbClr val="102D3B"/>
                </a:solidFill>
                <a:latin typeface="Segoe UI"/>
                <a:ea typeface="Segoe UI"/>
                <a:cs typeface="Segoe UI"/>
              </a:defRPr>
            </a:lvl7pPr>
            <a:lvl8pPr>
              <a:defRPr sz="2625" b="0">
                <a:solidFill>
                  <a:srgbClr val="102D3B"/>
                </a:solidFill>
                <a:latin typeface="Segoe UI"/>
                <a:ea typeface="Segoe UI"/>
                <a:cs typeface="Segoe UI"/>
              </a:defRPr>
            </a:lvl8pPr>
            <a:lvl9pPr>
              <a:defRPr sz="2625" b="0">
                <a:solidFill>
                  <a:srgbClr val="102D3B"/>
                </a:solidFill>
                <a:latin typeface="Segoe UI"/>
                <a:ea typeface="Segoe UI"/>
                <a:cs typeface="Segoe UI"/>
              </a:defRPr>
            </a:lvl9pPr>
          </a:lstStyle>
          <a:p xmlns:a="http://schemas.openxmlformats.org/drawingml/2006/main">
            <a:pPr>
              <a:defRPr sz="2625" b="0">
                <a:solidFill>
                  <a:srgbClr val="102D3B"/>
                </a:solidFill>
                <a:latin typeface="Segoe UI"/>
                <a:ea typeface="Segoe UI"/>
                <a:cs typeface="Segoe UI"/>
              </a:defRPr>
            </a:pPr>
            <a:r>
              <a:rPr sz="2625" b="0">
                <a:solidFill>
                  <a:srgbClr val="102D3B"/>
                </a:solidFill>
                <a:latin typeface="Segoe UI"/>
                <a:ea typeface="Segoe UI"/>
                <a:cs typeface="Segoe UI"/>
              </a:rPr>
              <a:t>İşin ne kadarının</a:t>
            </a:r>
          </a:p>
          <a:p xmlns:a="http://schemas.openxmlformats.org/drawingml/2006/main">
            <a:pPr>
              <a:defRPr sz="2625" b="0">
                <a:solidFill>
                  <a:srgbClr val="102D3B"/>
                </a:solidFill>
                <a:latin typeface="Segoe UI"/>
                <a:ea typeface="Segoe UI"/>
                <a:cs typeface="Segoe UI"/>
              </a:defRPr>
            </a:pPr>
            <a:r>
              <a:rPr sz="2625" b="0">
                <a:solidFill>
                  <a:srgbClr val="102D3B"/>
                </a:solidFill>
                <a:latin typeface="Segoe UI"/>
                <a:ea typeface="Segoe UI"/>
                <a:cs typeface="Segoe UI"/>
              </a:rPr>
              <a:t>aktarılacağı</a:t>
            </a:r>
          </a:p>
        </p:txBody>
      </p:sp>
      <p:graphicFrame>
        <p:nvGraphicFramePr>
          <p:cNvPr id="9" name="Chart">
            <a:extLst xmlns:a="http://schemas.openxmlformats.org/drawingml/2006/main">
              <a:ext uri="{FF2B5EF4-FFF2-40B4-BE49-F238E27FC236}">
                <a16:creationId xmlns:a16="http://schemas.microsoft.com/office/drawing/2014/main" id="{2157D0FA-E1EF-4BB2-8753-7B035C016D7B}"/>
              </a:ext>
            </a:extLst>
          </p:cNvPr>
          <p:cNvGraphicFramePr/>
          <p:nvPr/>
        </p:nvGraphicFramePr>
        <p:xfrm>
          <a:off xmlns:a="http://schemas.openxmlformats.org/drawingml/2006/main" x="628650" y="3705225"/>
          <a:ext xmlns:a="http://schemas.openxmlformats.org/drawingml/2006/main" cx="10810875" cy="1952625"/>
        </p:xfrm>
        <a:graphic xmlns:a="http://schemas.openxmlformats.org/drawingml/2006/main">
          <a:graphicData uri="http://schemas.openxmlformats.org/drawingml/2006/chart">
            <c:chart xmlns:r="http://schemas.openxmlformats.org/officeDocument/2006/relationships" xmlns:c="http://schemas.openxmlformats.org/drawingml/2006/chart" r:id="Rdbcc433a59274140"/>
          </a:graphicData>
        </a:graphic>
      </p:graphicFrame>
    </p:spTree>
    <p:extLst>
      <p:ext uri="{BB962C8B-B14F-4D97-AF65-F5344CB8AC3E}">
        <p14:creationId xmlns:p14="http://schemas.microsoft.com/office/powerpoint/2010/main" val="469441750"/>
      </p:ext>
    </p:extLst>
  </p:cSld>
</p:sld>
</file>

<file path=ppt/slides/slide4.xml><?xml version="1.0" encoding="utf-8"?>
<p:sld xmlns:p="http://schemas.openxmlformats.org/presentationml/2006/main">
  <p:cSld>
    <p:bg>
      <p:bgPr>
        <a:solidFill xmlns:a="http://schemas.openxmlformats.org/drawingml/2006/main">
          <a:srgbClr val="081C2B"/>
        </a:solidFill>
      </p:bgPr>
    </p:bg>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097ACC3C-FD54-4F51-A88D-B647209781A6}"/>
              </a:ext>
            </a:extLst>
          </p:cNvPr>
          <p:cNvPicPr>
            <a:picLocks xmlns:a="http://schemas.openxmlformats.org/drawingml/2006/main" noChangeAspect="1"/>
          </p:cNvPicPr>
          <p:nvPr/>
        </p:nvPicPr>
        <p:blipFill>
          <a:blip xmlns:r="http://schemas.openxmlformats.org/officeDocument/2006/relationships" xmlns:a="http://schemas.openxmlformats.org/drawingml/2006/main" r:embed="R715f29af17f34b21"/>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3" name="title">
            <a:extLst xmlns:a="http://schemas.openxmlformats.org/drawingml/2006/main">
              <a:ext uri="{FF2B5EF4-FFF2-40B4-BE49-F238E27FC236}">
                <a16:creationId xmlns:a16="http://schemas.microsoft.com/office/drawing/2014/main" id="{3AAACC23-88BF-4332-A701-F52B305A2FF7}"/>
              </a:ext>
            </a:extLst>
          </p:cNvPr>
          <p:cNvSpPr>
            <a:spLocks xmlns:a="http://schemas.openxmlformats.org/drawingml/2006/main" noGrp="1"/>
          </p:cNvSpPr>
          <p:nvPr/>
        </p:nvSpPr>
        <p:spPr>
          <a:xfrm xmlns:a="http://schemas.openxmlformats.org/drawingml/2006/main">
            <a:off x="628650" y="457200"/>
            <a:ext cx="109347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600" b="1">
                <a:solidFill>
                  <a:srgbClr val="F7FBFC"/>
                </a:solidFill>
                <a:latin typeface="Segoe UI"/>
                <a:ea typeface="Segoe UI"/>
                <a:cs typeface="Segoe UI"/>
              </a:defRPr>
            </a:defPPr>
            <a:lvl1pPr>
              <a:defRPr sz="3600" b="1">
                <a:solidFill>
                  <a:srgbClr val="F7FBFC"/>
                </a:solidFill>
                <a:latin typeface="Segoe UI"/>
                <a:ea typeface="Segoe UI"/>
                <a:cs typeface="Segoe UI"/>
              </a:defRPr>
            </a:lvl1pPr>
            <a:lvl2pPr>
              <a:defRPr sz="3600" b="1">
                <a:solidFill>
                  <a:srgbClr val="F7FBFC"/>
                </a:solidFill>
                <a:latin typeface="Segoe UI"/>
                <a:ea typeface="Segoe UI"/>
                <a:cs typeface="Segoe UI"/>
              </a:defRPr>
            </a:lvl2pPr>
            <a:lvl3pPr>
              <a:defRPr sz="3600" b="1">
                <a:solidFill>
                  <a:srgbClr val="F7FBFC"/>
                </a:solidFill>
                <a:latin typeface="Segoe UI"/>
                <a:ea typeface="Segoe UI"/>
                <a:cs typeface="Segoe UI"/>
              </a:defRPr>
            </a:lvl3pPr>
            <a:lvl4pPr>
              <a:defRPr sz="3600" b="1">
                <a:solidFill>
                  <a:srgbClr val="F7FBFC"/>
                </a:solidFill>
                <a:latin typeface="Segoe UI"/>
                <a:ea typeface="Segoe UI"/>
                <a:cs typeface="Segoe UI"/>
              </a:defRPr>
            </a:lvl4pPr>
            <a:lvl5pPr>
              <a:defRPr sz="3600" b="1">
                <a:solidFill>
                  <a:srgbClr val="F7FBFC"/>
                </a:solidFill>
                <a:latin typeface="Segoe UI"/>
                <a:ea typeface="Segoe UI"/>
                <a:cs typeface="Segoe UI"/>
              </a:defRPr>
            </a:lvl5pPr>
            <a:lvl6pPr>
              <a:defRPr sz="3600" b="1">
                <a:solidFill>
                  <a:srgbClr val="F7FBFC"/>
                </a:solidFill>
                <a:latin typeface="Segoe UI"/>
                <a:ea typeface="Segoe UI"/>
                <a:cs typeface="Segoe UI"/>
              </a:defRPr>
            </a:lvl6pPr>
            <a:lvl7pPr>
              <a:defRPr sz="3600" b="1">
                <a:solidFill>
                  <a:srgbClr val="F7FBFC"/>
                </a:solidFill>
                <a:latin typeface="Segoe UI"/>
                <a:ea typeface="Segoe UI"/>
                <a:cs typeface="Segoe UI"/>
              </a:defRPr>
            </a:lvl7pPr>
            <a:lvl8pPr>
              <a:defRPr sz="3600" b="1">
                <a:solidFill>
                  <a:srgbClr val="F7FBFC"/>
                </a:solidFill>
                <a:latin typeface="Segoe UI"/>
                <a:ea typeface="Segoe UI"/>
                <a:cs typeface="Segoe UI"/>
              </a:defRPr>
            </a:lvl8pPr>
            <a:lvl9pPr>
              <a:defRPr sz="3600" b="1">
                <a:solidFill>
                  <a:srgbClr val="F7FBFC"/>
                </a:solidFill>
                <a:latin typeface="Segoe UI"/>
                <a:ea typeface="Segoe UI"/>
                <a:cs typeface="Segoe UI"/>
              </a:defRPr>
            </a:lvl9pPr>
          </a:lstStyle>
          <a:p xmlns:a="http://schemas.openxmlformats.org/drawingml/2006/main">
            <a:pPr>
              <a:defRPr sz="3600" b="1">
                <a:solidFill>
                  <a:srgbClr val="F7FBFC"/>
                </a:solidFill>
                <a:latin typeface="Segoe UI"/>
                <a:ea typeface="Segoe UI"/>
                <a:cs typeface="Segoe UI"/>
              </a:defRPr>
            </a:pPr>
            <a:r>
              <a:rPr sz="3600" b="1">
                <a:solidFill>
                  <a:srgbClr val="F7FBFC"/>
                </a:solidFill>
                <a:latin typeface="Segoe UI"/>
                <a:ea typeface="Segoe UI"/>
                <a:cs typeface="Segoe UI"/>
              </a:rPr>
              <a:t>Programın değerlendirdiği üç ölçü</a:t>
            </a:r>
          </a:p>
        </p:txBody>
      </p:sp>
      <p:sp>
        <p:nvSpPr>
          <p:cNvPr id="4" name="page">
            <a:extLst xmlns:a="http://schemas.openxmlformats.org/drawingml/2006/main">
              <a:ext uri="{FF2B5EF4-FFF2-40B4-BE49-F238E27FC236}">
                <a16:creationId xmlns:a16="http://schemas.microsoft.com/office/drawing/2014/main" id="{589AC6DE-0E50-4698-81EA-2EF4717F7501}"/>
              </a:ext>
            </a:extLst>
          </p:cNvPr>
          <p:cNvSpPr>
            <a:spLocks xmlns:a="http://schemas.openxmlformats.org/drawingml/2006/main" noGrp="1"/>
          </p:cNvSpPr>
          <p:nvPr/>
        </p:nvSpPr>
        <p:spPr>
          <a:xfrm xmlns:a="http://schemas.openxmlformats.org/drawingml/2006/main">
            <a:off x="11182350" y="6334125"/>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ACC5CC"/>
                </a:solidFill>
                <a:latin typeface="Segoe UI"/>
                <a:ea typeface="Segoe UI"/>
                <a:cs typeface="Segoe UI"/>
              </a:defRPr>
            </a:defPPr>
            <a:lvl1pPr>
              <a:defRPr sz="1575" b="0">
                <a:solidFill>
                  <a:srgbClr val="ACC5CC"/>
                </a:solidFill>
                <a:latin typeface="Segoe UI"/>
                <a:ea typeface="Segoe UI"/>
                <a:cs typeface="Segoe UI"/>
              </a:defRPr>
            </a:lvl1pPr>
            <a:lvl2pPr>
              <a:defRPr sz="1575" b="0">
                <a:solidFill>
                  <a:srgbClr val="ACC5CC"/>
                </a:solidFill>
                <a:latin typeface="Segoe UI"/>
                <a:ea typeface="Segoe UI"/>
                <a:cs typeface="Segoe UI"/>
              </a:defRPr>
            </a:lvl2pPr>
            <a:lvl3pPr>
              <a:defRPr sz="1575" b="0">
                <a:solidFill>
                  <a:srgbClr val="ACC5CC"/>
                </a:solidFill>
                <a:latin typeface="Segoe UI"/>
                <a:ea typeface="Segoe UI"/>
                <a:cs typeface="Segoe UI"/>
              </a:defRPr>
            </a:lvl3pPr>
            <a:lvl4pPr>
              <a:defRPr sz="1575" b="0">
                <a:solidFill>
                  <a:srgbClr val="ACC5CC"/>
                </a:solidFill>
                <a:latin typeface="Segoe UI"/>
                <a:ea typeface="Segoe UI"/>
                <a:cs typeface="Segoe UI"/>
              </a:defRPr>
            </a:lvl4pPr>
            <a:lvl5pPr>
              <a:defRPr sz="1575" b="0">
                <a:solidFill>
                  <a:srgbClr val="ACC5CC"/>
                </a:solidFill>
                <a:latin typeface="Segoe UI"/>
                <a:ea typeface="Segoe UI"/>
                <a:cs typeface="Segoe UI"/>
              </a:defRPr>
            </a:lvl5pPr>
            <a:lvl6pPr>
              <a:defRPr sz="1575" b="0">
                <a:solidFill>
                  <a:srgbClr val="ACC5CC"/>
                </a:solidFill>
                <a:latin typeface="Segoe UI"/>
                <a:ea typeface="Segoe UI"/>
                <a:cs typeface="Segoe UI"/>
              </a:defRPr>
            </a:lvl6pPr>
            <a:lvl7pPr>
              <a:defRPr sz="1575" b="0">
                <a:solidFill>
                  <a:srgbClr val="ACC5CC"/>
                </a:solidFill>
                <a:latin typeface="Segoe UI"/>
                <a:ea typeface="Segoe UI"/>
                <a:cs typeface="Segoe UI"/>
              </a:defRPr>
            </a:lvl7pPr>
            <a:lvl8pPr>
              <a:defRPr sz="1575" b="0">
                <a:solidFill>
                  <a:srgbClr val="ACC5CC"/>
                </a:solidFill>
                <a:latin typeface="Segoe UI"/>
                <a:ea typeface="Segoe UI"/>
                <a:cs typeface="Segoe UI"/>
              </a:defRPr>
            </a:lvl8pPr>
            <a:lvl9pPr>
              <a:defRPr sz="1575" b="0">
                <a:solidFill>
                  <a:srgbClr val="ACC5CC"/>
                </a:solidFill>
                <a:latin typeface="Segoe UI"/>
                <a:ea typeface="Segoe UI"/>
                <a:cs typeface="Segoe UI"/>
              </a:defRPr>
            </a:lvl9pPr>
          </a:lstStyle>
          <a:p xmlns:a="http://schemas.openxmlformats.org/drawingml/2006/main">
            <a:pPr>
              <a:defRPr sz="1575" b="0">
                <a:solidFill>
                  <a:srgbClr val="ACC5CC"/>
                </a:solidFill>
                <a:latin typeface="Segoe UI"/>
                <a:ea typeface="Segoe UI"/>
                <a:cs typeface="Segoe UI"/>
              </a:defRPr>
            </a:pPr>
            <a:r>
              <a:rPr sz="1575" b="0">
                <a:solidFill>
                  <a:srgbClr val="ACC5CC"/>
                </a:solidFill>
                <a:latin typeface="Segoe UI"/>
                <a:ea typeface="Segoe UI"/>
                <a:cs typeface="Segoe UI"/>
              </a:rPr>
              <a:t>04</a:t>
            </a:r>
          </a:p>
        </p:txBody>
      </p:sp>
      <p:sp>
        <p:nvSpPr>
          <p:cNvPr id="5" name="">
            <a:extLst xmlns:a="http://schemas.openxmlformats.org/drawingml/2006/main">
              <a:ext uri="{FF2B5EF4-FFF2-40B4-BE49-F238E27FC236}">
                <a16:creationId xmlns:a16="http://schemas.microsoft.com/office/drawing/2014/main" id="{50950801-94C7-4960-8944-A71ADBA3B997}"/>
              </a:ext>
            </a:extLst>
          </p:cNvPr>
          <p:cNvSpPr>
            <a:spLocks xmlns:a="http://schemas.openxmlformats.org/drawingml/2006/main" noGrp="1"/>
          </p:cNvSpPr>
          <p:nvPr/>
        </p:nvSpPr>
        <p:spPr>
          <a:xfrm xmlns:a="http://schemas.openxmlformats.org/drawingml/2006/main">
            <a:off x="628650" y="1952625"/>
            <a:ext cx="3714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6FE0CC"/>
                </a:solidFill>
                <a:latin typeface="Segoe UI"/>
                <a:ea typeface="Segoe UI"/>
                <a:cs typeface="Segoe UI"/>
              </a:defRPr>
            </a:defPPr>
            <a:lvl1pPr>
              <a:defRPr sz="2850" b="1">
                <a:solidFill>
                  <a:srgbClr val="6FE0CC"/>
                </a:solidFill>
                <a:latin typeface="Segoe UI"/>
                <a:ea typeface="Segoe UI"/>
                <a:cs typeface="Segoe UI"/>
              </a:defRPr>
            </a:lvl1pPr>
            <a:lvl2pPr>
              <a:defRPr sz="2850" b="1">
                <a:solidFill>
                  <a:srgbClr val="6FE0CC"/>
                </a:solidFill>
                <a:latin typeface="Segoe UI"/>
                <a:ea typeface="Segoe UI"/>
                <a:cs typeface="Segoe UI"/>
              </a:defRPr>
            </a:lvl2pPr>
            <a:lvl3pPr>
              <a:defRPr sz="2850" b="1">
                <a:solidFill>
                  <a:srgbClr val="6FE0CC"/>
                </a:solidFill>
                <a:latin typeface="Segoe UI"/>
                <a:ea typeface="Segoe UI"/>
                <a:cs typeface="Segoe UI"/>
              </a:defRPr>
            </a:lvl3pPr>
            <a:lvl4pPr>
              <a:defRPr sz="2850" b="1">
                <a:solidFill>
                  <a:srgbClr val="6FE0CC"/>
                </a:solidFill>
                <a:latin typeface="Segoe UI"/>
                <a:ea typeface="Segoe UI"/>
                <a:cs typeface="Segoe UI"/>
              </a:defRPr>
            </a:lvl4pPr>
            <a:lvl5pPr>
              <a:defRPr sz="2850" b="1">
                <a:solidFill>
                  <a:srgbClr val="6FE0CC"/>
                </a:solidFill>
                <a:latin typeface="Segoe UI"/>
                <a:ea typeface="Segoe UI"/>
                <a:cs typeface="Segoe UI"/>
              </a:defRPr>
            </a:lvl5pPr>
            <a:lvl6pPr>
              <a:defRPr sz="2850" b="1">
                <a:solidFill>
                  <a:srgbClr val="6FE0CC"/>
                </a:solidFill>
                <a:latin typeface="Segoe UI"/>
                <a:ea typeface="Segoe UI"/>
                <a:cs typeface="Segoe UI"/>
              </a:defRPr>
            </a:lvl6pPr>
            <a:lvl7pPr>
              <a:defRPr sz="2850" b="1">
                <a:solidFill>
                  <a:srgbClr val="6FE0CC"/>
                </a:solidFill>
                <a:latin typeface="Segoe UI"/>
                <a:ea typeface="Segoe UI"/>
                <a:cs typeface="Segoe UI"/>
              </a:defRPr>
            </a:lvl7pPr>
            <a:lvl8pPr>
              <a:defRPr sz="2850" b="1">
                <a:solidFill>
                  <a:srgbClr val="6FE0CC"/>
                </a:solidFill>
                <a:latin typeface="Segoe UI"/>
                <a:ea typeface="Segoe UI"/>
                <a:cs typeface="Segoe UI"/>
              </a:defRPr>
            </a:lvl8pPr>
            <a:lvl9pPr>
              <a:defRPr sz="2850" b="1">
                <a:solidFill>
                  <a:srgbClr val="6FE0CC"/>
                </a:solidFill>
                <a:latin typeface="Segoe UI"/>
                <a:ea typeface="Segoe UI"/>
                <a:cs typeface="Segoe UI"/>
              </a:defRPr>
            </a:lvl9pPr>
          </a:lstStyle>
          <a:p xmlns:a="http://schemas.openxmlformats.org/drawingml/2006/main">
            <a:pPr>
              <a:defRPr sz="2850" b="1">
                <a:solidFill>
                  <a:srgbClr val="6FE0CC"/>
                </a:solidFill>
                <a:latin typeface="Segoe UI"/>
                <a:ea typeface="Segoe UI"/>
                <a:cs typeface="Segoe UI"/>
              </a:defRPr>
            </a:pPr>
            <a:r>
              <a:rPr sz="2850" b="1">
                <a:solidFill>
                  <a:srgbClr val="6FE0CC"/>
                </a:solidFill>
                <a:latin typeface="Segoe UI"/>
                <a:ea typeface="Segoe UI"/>
                <a:cs typeface="Segoe UI"/>
              </a:rPr>
              <a:t>Süre</a:t>
            </a:r>
          </a:p>
        </p:txBody>
      </p:sp>
      <p:sp>
        <p:nvSpPr>
          <p:cNvPr id="6" name="">
            <a:extLst xmlns:a="http://schemas.openxmlformats.org/drawingml/2006/main">
              <a:ext uri="{FF2B5EF4-FFF2-40B4-BE49-F238E27FC236}">
                <a16:creationId xmlns:a16="http://schemas.microsoft.com/office/drawing/2014/main" id="{1E5B5840-0BB0-4372-BB4C-5B6652B1E4CD}"/>
              </a:ext>
            </a:extLst>
          </p:cNvPr>
          <p:cNvSpPr>
            <a:spLocks xmlns:a="http://schemas.openxmlformats.org/drawingml/2006/main" noGrp="1"/>
          </p:cNvSpPr>
          <p:nvPr/>
        </p:nvSpPr>
        <p:spPr>
          <a:xfrm xmlns:a="http://schemas.openxmlformats.org/drawingml/2006/main">
            <a:off x="4476750" y="2038350"/>
            <a:ext cx="666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F7FBFC"/>
                </a:solidFill>
                <a:latin typeface="Segoe UI"/>
                <a:ea typeface="Segoe UI"/>
                <a:cs typeface="Segoe UI"/>
              </a:defRPr>
            </a:defPPr>
            <a:lvl1pPr>
              <a:defRPr sz="2325" b="0">
                <a:solidFill>
                  <a:srgbClr val="F7FBFC"/>
                </a:solidFill>
                <a:latin typeface="Segoe UI"/>
                <a:ea typeface="Segoe UI"/>
                <a:cs typeface="Segoe UI"/>
              </a:defRPr>
            </a:lvl1pPr>
            <a:lvl2pPr>
              <a:defRPr sz="2325" b="0">
                <a:solidFill>
                  <a:srgbClr val="F7FBFC"/>
                </a:solidFill>
                <a:latin typeface="Segoe UI"/>
                <a:ea typeface="Segoe UI"/>
                <a:cs typeface="Segoe UI"/>
              </a:defRPr>
            </a:lvl2pPr>
            <a:lvl3pPr>
              <a:defRPr sz="2325" b="0">
                <a:solidFill>
                  <a:srgbClr val="F7FBFC"/>
                </a:solidFill>
                <a:latin typeface="Segoe UI"/>
                <a:ea typeface="Segoe UI"/>
                <a:cs typeface="Segoe UI"/>
              </a:defRPr>
            </a:lvl3pPr>
            <a:lvl4pPr>
              <a:defRPr sz="2325" b="0">
                <a:solidFill>
                  <a:srgbClr val="F7FBFC"/>
                </a:solidFill>
                <a:latin typeface="Segoe UI"/>
                <a:ea typeface="Segoe UI"/>
                <a:cs typeface="Segoe UI"/>
              </a:defRPr>
            </a:lvl4pPr>
            <a:lvl5pPr>
              <a:defRPr sz="2325" b="0">
                <a:solidFill>
                  <a:srgbClr val="F7FBFC"/>
                </a:solidFill>
                <a:latin typeface="Segoe UI"/>
                <a:ea typeface="Segoe UI"/>
                <a:cs typeface="Segoe UI"/>
              </a:defRPr>
            </a:lvl5pPr>
            <a:lvl6pPr>
              <a:defRPr sz="2325" b="0">
                <a:solidFill>
                  <a:srgbClr val="F7FBFC"/>
                </a:solidFill>
                <a:latin typeface="Segoe UI"/>
                <a:ea typeface="Segoe UI"/>
                <a:cs typeface="Segoe UI"/>
              </a:defRPr>
            </a:lvl6pPr>
            <a:lvl7pPr>
              <a:defRPr sz="2325" b="0">
                <a:solidFill>
                  <a:srgbClr val="F7FBFC"/>
                </a:solidFill>
                <a:latin typeface="Segoe UI"/>
                <a:ea typeface="Segoe UI"/>
                <a:cs typeface="Segoe UI"/>
              </a:defRPr>
            </a:lvl7pPr>
            <a:lvl8pPr>
              <a:defRPr sz="2325" b="0">
                <a:solidFill>
                  <a:srgbClr val="F7FBFC"/>
                </a:solidFill>
                <a:latin typeface="Segoe UI"/>
                <a:ea typeface="Segoe UI"/>
                <a:cs typeface="Segoe UI"/>
              </a:defRPr>
            </a:lvl8pPr>
            <a:lvl9pPr>
              <a:defRPr sz="2325" b="0">
                <a:solidFill>
                  <a:srgbClr val="F7FBFC"/>
                </a:solidFill>
                <a:latin typeface="Segoe UI"/>
                <a:ea typeface="Segoe UI"/>
                <a:cs typeface="Segoe UI"/>
              </a:defRPr>
            </a:lvl9pPr>
          </a:lstStyle>
          <a:p xmlns:a="http://schemas.openxmlformats.org/drawingml/2006/main">
            <a:pPr>
              <a:defRPr sz="2325" b="0">
                <a:solidFill>
                  <a:srgbClr val="F7FBFC"/>
                </a:solidFill>
                <a:latin typeface="Segoe UI"/>
                <a:ea typeface="Segoe UI"/>
                <a:cs typeface="Segoe UI"/>
              </a:defRPr>
            </a:pPr>
            <a:r>
              <a:rPr sz="2325" b="0">
                <a:solidFill>
                  <a:srgbClr val="F7FBFC"/>
                </a:solidFill>
                <a:latin typeface="Segoe UI"/>
                <a:ea typeface="Segoe UI"/>
                <a:cs typeface="Segoe UI"/>
              </a:rPr>
              <a:t>Cihaz + iletim + sunucu</a:t>
            </a:r>
          </a:p>
        </p:txBody>
      </p:sp>
      <p:sp>
        <p:nvSpPr>
          <p:cNvPr id="7" name="">
            <a:extLst xmlns:a="http://schemas.openxmlformats.org/drawingml/2006/main">
              <a:ext uri="{FF2B5EF4-FFF2-40B4-BE49-F238E27FC236}">
                <a16:creationId xmlns:a16="http://schemas.microsoft.com/office/drawing/2014/main" id="{8D01DE0F-9A26-48D3-945E-520A23415451}"/>
              </a:ext>
            </a:extLst>
          </p:cNvPr>
          <p:cNvSpPr>
            <a:spLocks xmlns:a="http://schemas.openxmlformats.org/drawingml/2006/main" noGrp="1"/>
          </p:cNvSpPr>
          <p:nvPr/>
        </p:nvSpPr>
        <p:spPr>
          <a:xfrm xmlns:a="http://schemas.openxmlformats.org/drawingml/2006/main">
            <a:off x="628650" y="2981325"/>
            <a:ext cx="3714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6FE0CC"/>
                </a:solidFill>
                <a:latin typeface="Segoe UI"/>
                <a:ea typeface="Segoe UI"/>
                <a:cs typeface="Segoe UI"/>
              </a:defRPr>
            </a:defPPr>
            <a:lvl1pPr>
              <a:defRPr sz="2850" b="1">
                <a:solidFill>
                  <a:srgbClr val="6FE0CC"/>
                </a:solidFill>
                <a:latin typeface="Segoe UI"/>
                <a:ea typeface="Segoe UI"/>
                <a:cs typeface="Segoe UI"/>
              </a:defRPr>
            </a:lvl1pPr>
            <a:lvl2pPr>
              <a:defRPr sz="2850" b="1">
                <a:solidFill>
                  <a:srgbClr val="6FE0CC"/>
                </a:solidFill>
                <a:latin typeface="Segoe UI"/>
                <a:ea typeface="Segoe UI"/>
                <a:cs typeface="Segoe UI"/>
              </a:defRPr>
            </a:lvl2pPr>
            <a:lvl3pPr>
              <a:defRPr sz="2850" b="1">
                <a:solidFill>
                  <a:srgbClr val="6FE0CC"/>
                </a:solidFill>
                <a:latin typeface="Segoe UI"/>
                <a:ea typeface="Segoe UI"/>
                <a:cs typeface="Segoe UI"/>
              </a:defRPr>
            </a:lvl3pPr>
            <a:lvl4pPr>
              <a:defRPr sz="2850" b="1">
                <a:solidFill>
                  <a:srgbClr val="6FE0CC"/>
                </a:solidFill>
                <a:latin typeface="Segoe UI"/>
                <a:ea typeface="Segoe UI"/>
                <a:cs typeface="Segoe UI"/>
              </a:defRPr>
            </a:lvl4pPr>
            <a:lvl5pPr>
              <a:defRPr sz="2850" b="1">
                <a:solidFill>
                  <a:srgbClr val="6FE0CC"/>
                </a:solidFill>
                <a:latin typeface="Segoe UI"/>
                <a:ea typeface="Segoe UI"/>
                <a:cs typeface="Segoe UI"/>
              </a:defRPr>
            </a:lvl5pPr>
            <a:lvl6pPr>
              <a:defRPr sz="2850" b="1">
                <a:solidFill>
                  <a:srgbClr val="6FE0CC"/>
                </a:solidFill>
                <a:latin typeface="Segoe UI"/>
                <a:ea typeface="Segoe UI"/>
                <a:cs typeface="Segoe UI"/>
              </a:defRPr>
            </a:lvl6pPr>
            <a:lvl7pPr>
              <a:defRPr sz="2850" b="1">
                <a:solidFill>
                  <a:srgbClr val="6FE0CC"/>
                </a:solidFill>
                <a:latin typeface="Segoe UI"/>
                <a:ea typeface="Segoe UI"/>
                <a:cs typeface="Segoe UI"/>
              </a:defRPr>
            </a:lvl7pPr>
            <a:lvl8pPr>
              <a:defRPr sz="2850" b="1">
                <a:solidFill>
                  <a:srgbClr val="6FE0CC"/>
                </a:solidFill>
                <a:latin typeface="Segoe UI"/>
                <a:ea typeface="Segoe UI"/>
                <a:cs typeface="Segoe UI"/>
              </a:defRPr>
            </a:lvl8pPr>
            <a:lvl9pPr>
              <a:defRPr sz="2850" b="1">
                <a:solidFill>
                  <a:srgbClr val="6FE0CC"/>
                </a:solidFill>
                <a:latin typeface="Segoe UI"/>
                <a:ea typeface="Segoe UI"/>
                <a:cs typeface="Segoe UI"/>
              </a:defRPr>
            </a:lvl9pPr>
          </a:lstStyle>
          <a:p xmlns:a="http://schemas.openxmlformats.org/drawingml/2006/main">
            <a:pPr>
              <a:defRPr sz="2850" b="1">
                <a:solidFill>
                  <a:srgbClr val="6FE0CC"/>
                </a:solidFill>
                <a:latin typeface="Segoe UI"/>
                <a:ea typeface="Segoe UI"/>
                <a:cs typeface="Segoe UI"/>
              </a:defRPr>
            </a:pPr>
            <a:r>
              <a:rPr sz="2850" b="1">
                <a:solidFill>
                  <a:srgbClr val="6FE0CC"/>
                </a:solidFill>
                <a:latin typeface="Segoe UI"/>
                <a:ea typeface="Segoe UI"/>
                <a:cs typeface="Segoe UI"/>
              </a:rPr>
              <a:t>Model riski</a:t>
            </a:r>
          </a:p>
        </p:txBody>
      </p:sp>
      <p:sp>
        <p:nvSpPr>
          <p:cNvPr id="8" name="">
            <a:extLst xmlns:a="http://schemas.openxmlformats.org/drawingml/2006/main">
              <a:ext uri="{FF2B5EF4-FFF2-40B4-BE49-F238E27FC236}">
                <a16:creationId xmlns:a16="http://schemas.microsoft.com/office/drawing/2014/main" id="{B6B18AB7-C288-4AC7-BDAC-7EF5E5493734}"/>
              </a:ext>
            </a:extLst>
          </p:cNvPr>
          <p:cNvSpPr>
            <a:spLocks xmlns:a="http://schemas.openxmlformats.org/drawingml/2006/main" noGrp="1"/>
          </p:cNvSpPr>
          <p:nvPr/>
        </p:nvSpPr>
        <p:spPr>
          <a:xfrm xmlns:a="http://schemas.openxmlformats.org/drawingml/2006/main">
            <a:off x="4476750" y="3067050"/>
            <a:ext cx="666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F7FBFC"/>
                </a:solidFill>
                <a:latin typeface="Segoe UI"/>
                <a:ea typeface="Segoe UI"/>
                <a:cs typeface="Segoe UI"/>
              </a:defRPr>
            </a:defPPr>
            <a:lvl1pPr>
              <a:defRPr sz="2325" b="0">
                <a:solidFill>
                  <a:srgbClr val="F7FBFC"/>
                </a:solidFill>
                <a:latin typeface="Segoe UI"/>
                <a:ea typeface="Segoe UI"/>
                <a:cs typeface="Segoe UI"/>
              </a:defRPr>
            </a:lvl1pPr>
            <a:lvl2pPr>
              <a:defRPr sz="2325" b="0">
                <a:solidFill>
                  <a:srgbClr val="F7FBFC"/>
                </a:solidFill>
                <a:latin typeface="Segoe UI"/>
                <a:ea typeface="Segoe UI"/>
                <a:cs typeface="Segoe UI"/>
              </a:defRPr>
            </a:lvl2pPr>
            <a:lvl3pPr>
              <a:defRPr sz="2325" b="0">
                <a:solidFill>
                  <a:srgbClr val="F7FBFC"/>
                </a:solidFill>
                <a:latin typeface="Segoe UI"/>
                <a:ea typeface="Segoe UI"/>
                <a:cs typeface="Segoe UI"/>
              </a:defRPr>
            </a:lvl3pPr>
            <a:lvl4pPr>
              <a:defRPr sz="2325" b="0">
                <a:solidFill>
                  <a:srgbClr val="F7FBFC"/>
                </a:solidFill>
                <a:latin typeface="Segoe UI"/>
                <a:ea typeface="Segoe UI"/>
                <a:cs typeface="Segoe UI"/>
              </a:defRPr>
            </a:lvl4pPr>
            <a:lvl5pPr>
              <a:defRPr sz="2325" b="0">
                <a:solidFill>
                  <a:srgbClr val="F7FBFC"/>
                </a:solidFill>
                <a:latin typeface="Segoe UI"/>
                <a:ea typeface="Segoe UI"/>
                <a:cs typeface="Segoe UI"/>
              </a:defRPr>
            </a:lvl5pPr>
            <a:lvl6pPr>
              <a:defRPr sz="2325" b="0">
                <a:solidFill>
                  <a:srgbClr val="F7FBFC"/>
                </a:solidFill>
                <a:latin typeface="Segoe UI"/>
                <a:ea typeface="Segoe UI"/>
                <a:cs typeface="Segoe UI"/>
              </a:defRPr>
            </a:lvl6pPr>
            <a:lvl7pPr>
              <a:defRPr sz="2325" b="0">
                <a:solidFill>
                  <a:srgbClr val="F7FBFC"/>
                </a:solidFill>
                <a:latin typeface="Segoe UI"/>
                <a:ea typeface="Segoe UI"/>
                <a:cs typeface="Segoe UI"/>
              </a:defRPr>
            </a:lvl7pPr>
            <a:lvl8pPr>
              <a:defRPr sz="2325" b="0">
                <a:solidFill>
                  <a:srgbClr val="F7FBFC"/>
                </a:solidFill>
                <a:latin typeface="Segoe UI"/>
                <a:ea typeface="Segoe UI"/>
                <a:cs typeface="Segoe UI"/>
              </a:defRPr>
            </a:lvl8pPr>
            <a:lvl9pPr>
              <a:defRPr sz="2325" b="0">
                <a:solidFill>
                  <a:srgbClr val="F7FBFC"/>
                </a:solidFill>
                <a:latin typeface="Segoe UI"/>
                <a:ea typeface="Segoe UI"/>
                <a:cs typeface="Segoe UI"/>
              </a:defRPr>
            </a:lvl9pPr>
          </a:lstStyle>
          <a:p xmlns:a="http://schemas.openxmlformats.org/drawingml/2006/main">
            <a:pPr>
              <a:defRPr sz="2325" b="0">
                <a:solidFill>
                  <a:srgbClr val="F7FBFC"/>
                </a:solidFill>
                <a:latin typeface="Segoe UI"/>
                <a:ea typeface="Segoe UI"/>
                <a:cs typeface="Segoe UI"/>
              </a:defRPr>
            </a:pPr>
            <a:r>
              <a:rPr sz="2325" b="0">
                <a:solidFill>
                  <a:srgbClr val="F7FBFC"/>
                </a:solidFill>
                <a:latin typeface="Segoe UI"/>
                <a:ea typeface="Segoe UI"/>
                <a:cs typeface="Segoe UI"/>
              </a:rPr>
              <a:t>Gönderimle oluşan risk maliyeti</a:t>
            </a:r>
          </a:p>
        </p:txBody>
      </p:sp>
      <p:sp>
        <p:nvSpPr>
          <p:cNvPr id="9" name="">
            <a:extLst xmlns:a="http://schemas.openxmlformats.org/drawingml/2006/main">
              <a:ext uri="{FF2B5EF4-FFF2-40B4-BE49-F238E27FC236}">
                <a16:creationId xmlns:a16="http://schemas.microsoft.com/office/drawing/2014/main" id="{1DF4CE13-CF8D-4C2A-BBA0-AE894474206E}"/>
              </a:ext>
            </a:extLst>
          </p:cNvPr>
          <p:cNvSpPr>
            <a:spLocks xmlns:a="http://schemas.openxmlformats.org/drawingml/2006/main" noGrp="1"/>
          </p:cNvSpPr>
          <p:nvPr/>
        </p:nvSpPr>
        <p:spPr>
          <a:xfrm xmlns:a="http://schemas.openxmlformats.org/drawingml/2006/main">
            <a:off x="628650" y="4010025"/>
            <a:ext cx="3714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6FE0CC"/>
                </a:solidFill>
                <a:latin typeface="Segoe UI"/>
                <a:ea typeface="Segoe UI"/>
                <a:cs typeface="Segoe UI"/>
              </a:defRPr>
            </a:defPPr>
            <a:lvl1pPr>
              <a:defRPr sz="2850" b="1">
                <a:solidFill>
                  <a:srgbClr val="6FE0CC"/>
                </a:solidFill>
                <a:latin typeface="Segoe UI"/>
                <a:ea typeface="Segoe UI"/>
                <a:cs typeface="Segoe UI"/>
              </a:defRPr>
            </a:lvl1pPr>
            <a:lvl2pPr>
              <a:defRPr sz="2850" b="1">
                <a:solidFill>
                  <a:srgbClr val="6FE0CC"/>
                </a:solidFill>
                <a:latin typeface="Segoe UI"/>
                <a:ea typeface="Segoe UI"/>
                <a:cs typeface="Segoe UI"/>
              </a:defRPr>
            </a:lvl2pPr>
            <a:lvl3pPr>
              <a:defRPr sz="2850" b="1">
                <a:solidFill>
                  <a:srgbClr val="6FE0CC"/>
                </a:solidFill>
                <a:latin typeface="Segoe UI"/>
                <a:ea typeface="Segoe UI"/>
                <a:cs typeface="Segoe UI"/>
              </a:defRPr>
            </a:lvl3pPr>
            <a:lvl4pPr>
              <a:defRPr sz="2850" b="1">
                <a:solidFill>
                  <a:srgbClr val="6FE0CC"/>
                </a:solidFill>
                <a:latin typeface="Segoe UI"/>
                <a:ea typeface="Segoe UI"/>
                <a:cs typeface="Segoe UI"/>
              </a:defRPr>
            </a:lvl4pPr>
            <a:lvl5pPr>
              <a:defRPr sz="2850" b="1">
                <a:solidFill>
                  <a:srgbClr val="6FE0CC"/>
                </a:solidFill>
                <a:latin typeface="Segoe UI"/>
                <a:ea typeface="Segoe UI"/>
                <a:cs typeface="Segoe UI"/>
              </a:defRPr>
            </a:lvl5pPr>
            <a:lvl6pPr>
              <a:defRPr sz="2850" b="1">
                <a:solidFill>
                  <a:srgbClr val="6FE0CC"/>
                </a:solidFill>
                <a:latin typeface="Segoe UI"/>
                <a:ea typeface="Segoe UI"/>
                <a:cs typeface="Segoe UI"/>
              </a:defRPr>
            </a:lvl6pPr>
            <a:lvl7pPr>
              <a:defRPr sz="2850" b="1">
                <a:solidFill>
                  <a:srgbClr val="6FE0CC"/>
                </a:solidFill>
                <a:latin typeface="Segoe UI"/>
                <a:ea typeface="Segoe UI"/>
                <a:cs typeface="Segoe UI"/>
              </a:defRPr>
            </a:lvl7pPr>
            <a:lvl8pPr>
              <a:defRPr sz="2850" b="1">
                <a:solidFill>
                  <a:srgbClr val="6FE0CC"/>
                </a:solidFill>
                <a:latin typeface="Segoe UI"/>
                <a:ea typeface="Segoe UI"/>
                <a:cs typeface="Segoe UI"/>
              </a:defRPr>
            </a:lvl8pPr>
            <a:lvl9pPr>
              <a:defRPr sz="2850" b="1">
                <a:solidFill>
                  <a:srgbClr val="6FE0CC"/>
                </a:solidFill>
                <a:latin typeface="Segoe UI"/>
                <a:ea typeface="Segoe UI"/>
                <a:cs typeface="Segoe UI"/>
              </a:defRPr>
            </a:lvl9pPr>
          </a:lstStyle>
          <a:p xmlns:a="http://schemas.openxmlformats.org/drawingml/2006/main">
            <a:pPr>
              <a:defRPr sz="2850" b="1">
                <a:solidFill>
                  <a:srgbClr val="6FE0CC"/>
                </a:solidFill>
                <a:latin typeface="Segoe UI"/>
                <a:ea typeface="Segoe UI"/>
                <a:cs typeface="Segoe UI"/>
              </a:defRPr>
            </a:pPr>
            <a:r>
              <a:rPr sz="2850" b="1">
                <a:solidFill>
                  <a:srgbClr val="6FE0CC"/>
                </a:solidFill>
                <a:latin typeface="Segoe UI"/>
                <a:ea typeface="Segoe UI"/>
                <a:cs typeface="Segoe UI"/>
              </a:rPr>
              <a:t>Yük dengesi</a:t>
            </a:r>
          </a:p>
        </p:txBody>
      </p:sp>
      <p:sp>
        <p:nvSpPr>
          <p:cNvPr id="10" name="">
            <a:extLst xmlns:a="http://schemas.openxmlformats.org/drawingml/2006/main">
              <a:ext uri="{FF2B5EF4-FFF2-40B4-BE49-F238E27FC236}">
                <a16:creationId xmlns:a16="http://schemas.microsoft.com/office/drawing/2014/main" id="{59272A70-A210-4A83-BC83-F919E0A67552}"/>
              </a:ext>
            </a:extLst>
          </p:cNvPr>
          <p:cNvSpPr>
            <a:spLocks xmlns:a="http://schemas.openxmlformats.org/drawingml/2006/main" noGrp="1"/>
          </p:cNvSpPr>
          <p:nvPr/>
        </p:nvSpPr>
        <p:spPr>
          <a:xfrm xmlns:a="http://schemas.openxmlformats.org/drawingml/2006/main">
            <a:off x="4476750" y="4095750"/>
            <a:ext cx="666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F7FBFC"/>
                </a:solidFill>
                <a:latin typeface="Segoe UI"/>
                <a:ea typeface="Segoe UI"/>
                <a:cs typeface="Segoe UI"/>
              </a:defRPr>
            </a:defPPr>
            <a:lvl1pPr>
              <a:defRPr sz="2325" b="0">
                <a:solidFill>
                  <a:srgbClr val="F7FBFC"/>
                </a:solidFill>
                <a:latin typeface="Segoe UI"/>
                <a:ea typeface="Segoe UI"/>
                <a:cs typeface="Segoe UI"/>
              </a:defRPr>
            </a:lvl1pPr>
            <a:lvl2pPr>
              <a:defRPr sz="2325" b="0">
                <a:solidFill>
                  <a:srgbClr val="F7FBFC"/>
                </a:solidFill>
                <a:latin typeface="Segoe UI"/>
                <a:ea typeface="Segoe UI"/>
                <a:cs typeface="Segoe UI"/>
              </a:defRPr>
            </a:lvl2pPr>
            <a:lvl3pPr>
              <a:defRPr sz="2325" b="0">
                <a:solidFill>
                  <a:srgbClr val="F7FBFC"/>
                </a:solidFill>
                <a:latin typeface="Segoe UI"/>
                <a:ea typeface="Segoe UI"/>
                <a:cs typeface="Segoe UI"/>
              </a:defRPr>
            </a:lvl3pPr>
            <a:lvl4pPr>
              <a:defRPr sz="2325" b="0">
                <a:solidFill>
                  <a:srgbClr val="F7FBFC"/>
                </a:solidFill>
                <a:latin typeface="Segoe UI"/>
                <a:ea typeface="Segoe UI"/>
                <a:cs typeface="Segoe UI"/>
              </a:defRPr>
            </a:lvl4pPr>
            <a:lvl5pPr>
              <a:defRPr sz="2325" b="0">
                <a:solidFill>
                  <a:srgbClr val="F7FBFC"/>
                </a:solidFill>
                <a:latin typeface="Segoe UI"/>
                <a:ea typeface="Segoe UI"/>
                <a:cs typeface="Segoe UI"/>
              </a:defRPr>
            </a:lvl5pPr>
            <a:lvl6pPr>
              <a:defRPr sz="2325" b="0">
                <a:solidFill>
                  <a:srgbClr val="F7FBFC"/>
                </a:solidFill>
                <a:latin typeface="Segoe UI"/>
                <a:ea typeface="Segoe UI"/>
                <a:cs typeface="Segoe UI"/>
              </a:defRPr>
            </a:lvl6pPr>
            <a:lvl7pPr>
              <a:defRPr sz="2325" b="0">
                <a:solidFill>
                  <a:srgbClr val="F7FBFC"/>
                </a:solidFill>
                <a:latin typeface="Segoe UI"/>
                <a:ea typeface="Segoe UI"/>
                <a:cs typeface="Segoe UI"/>
              </a:defRPr>
            </a:lvl7pPr>
            <a:lvl8pPr>
              <a:defRPr sz="2325" b="0">
                <a:solidFill>
                  <a:srgbClr val="F7FBFC"/>
                </a:solidFill>
                <a:latin typeface="Segoe UI"/>
                <a:ea typeface="Segoe UI"/>
                <a:cs typeface="Segoe UI"/>
              </a:defRPr>
            </a:lvl8pPr>
            <a:lvl9pPr>
              <a:defRPr sz="2325" b="0">
                <a:solidFill>
                  <a:srgbClr val="F7FBFC"/>
                </a:solidFill>
                <a:latin typeface="Segoe UI"/>
                <a:ea typeface="Segoe UI"/>
                <a:cs typeface="Segoe UI"/>
              </a:defRPr>
            </a:lvl9pPr>
          </a:lstStyle>
          <a:p xmlns:a="http://schemas.openxmlformats.org/drawingml/2006/main">
            <a:pPr>
              <a:defRPr sz="2325" b="0">
                <a:solidFill>
                  <a:srgbClr val="F7FBFC"/>
                </a:solidFill>
                <a:latin typeface="Segoe UI"/>
                <a:ea typeface="Segoe UI"/>
                <a:cs typeface="Segoe UI"/>
              </a:defRPr>
            </a:pPr>
            <a:r>
              <a:rPr sz="2325" b="0">
                <a:solidFill>
                  <a:srgbClr val="F7FBFC"/>
                </a:solidFill>
                <a:latin typeface="Segoe UI"/>
                <a:ea typeface="Segoe UI"/>
                <a:cs typeface="Segoe UI"/>
              </a:rPr>
              <a:t>Sunucuların kullanım farkı</a:t>
            </a:r>
          </a:p>
        </p:txBody>
      </p:sp>
      <p:sp>
        <p:nvSpPr>
          <p:cNvPr id="11" name="">
            <a:extLst xmlns:a="http://schemas.openxmlformats.org/drawingml/2006/main">
              <a:ext uri="{FF2B5EF4-FFF2-40B4-BE49-F238E27FC236}">
                <a16:creationId xmlns:a16="http://schemas.microsoft.com/office/drawing/2014/main" id="{B0EE2EAB-C86F-4A0F-8AE0-A36D97C18FAD}"/>
              </a:ext>
            </a:extLst>
          </p:cNvPr>
          <p:cNvSpPr>
            <a:spLocks xmlns:a="http://schemas.openxmlformats.org/drawingml/2006/main" noGrp="1"/>
          </p:cNvSpPr>
          <p:nvPr/>
        </p:nvSpPr>
        <p:spPr>
          <a:xfrm xmlns:a="http://schemas.openxmlformats.org/drawingml/2006/main">
            <a:off x="628650" y="5286375"/>
            <a:ext cx="10763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F7FBFC"/>
                </a:solidFill>
                <a:latin typeface="Segoe UI"/>
                <a:ea typeface="Segoe UI"/>
                <a:cs typeface="Segoe UI"/>
              </a:defRPr>
            </a:defPPr>
            <a:lvl1pPr>
              <a:defRPr sz="2850" b="1">
                <a:solidFill>
                  <a:srgbClr val="F7FBFC"/>
                </a:solidFill>
                <a:latin typeface="Segoe UI"/>
                <a:ea typeface="Segoe UI"/>
                <a:cs typeface="Segoe UI"/>
              </a:defRPr>
            </a:lvl1pPr>
            <a:lvl2pPr>
              <a:defRPr sz="2850" b="1">
                <a:solidFill>
                  <a:srgbClr val="F7FBFC"/>
                </a:solidFill>
                <a:latin typeface="Segoe UI"/>
                <a:ea typeface="Segoe UI"/>
                <a:cs typeface="Segoe UI"/>
              </a:defRPr>
            </a:lvl2pPr>
            <a:lvl3pPr>
              <a:defRPr sz="2850" b="1">
                <a:solidFill>
                  <a:srgbClr val="F7FBFC"/>
                </a:solidFill>
                <a:latin typeface="Segoe UI"/>
                <a:ea typeface="Segoe UI"/>
                <a:cs typeface="Segoe UI"/>
              </a:defRPr>
            </a:lvl3pPr>
            <a:lvl4pPr>
              <a:defRPr sz="2850" b="1">
                <a:solidFill>
                  <a:srgbClr val="F7FBFC"/>
                </a:solidFill>
                <a:latin typeface="Segoe UI"/>
                <a:ea typeface="Segoe UI"/>
                <a:cs typeface="Segoe UI"/>
              </a:defRPr>
            </a:lvl4pPr>
            <a:lvl5pPr>
              <a:defRPr sz="2850" b="1">
                <a:solidFill>
                  <a:srgbClr val="F7FBFC"/>
                </a:solidFill>
                <a:latin typeface="Segoe UI"/>
                <a:ea typeface="Segoe UI"/>
                <a:cs typeface="Segoe UI"/>
              </a:defRPr>
            </a:lvl5pPr>
            <a:lvl6pPr>
              <a:defRPr sz="2850" b="1">
                <a:solidFill>
                  <a:srgbClr val="F7FBFC"/>
                </a:solidFill>
                <a:latin typeface="Segoe UI"/>
                <a:ea typeface="Segoe UI"/>
                <a:cs typeface="Segoe UI"/>
              </a:defRPr>
            </a:lvl6pPr>
            <a:lvl7pPr>
              <a:defRPr sz="2850" b="1">
                <a:solidFill>
                  <a:srgbClr val="F7FBFC"/>
                </a:solidFill>
                <a:latin typeface="Segoe UI"/>
                <a:ea typeface="Segoe UI"/>
                <a:cs typeface="Segoe UI"/>
              </a:defRPr>
            </a:lvl7pPr>
            <a:lvl8pPr>
              <a:defRPr sz="2850" b="1">
                <a:solidFill>
                  <a:srgbClr val="F7FBFC"/>
                </a:solidFill>
                <a:latin typeface="Segoe UI"/>
                <a:ea typeface="Segoe UI"/>
                <a:cs typeface="Segoe UI"/>
              </a:defRPr>
            </a:lvl8pPr>
            <a:lvl9pPr>
              <a:defRPr sz="2850" b="1">
                <a:solidFill>
                  <a:srgbClr val="F7FBFC"/>
                </a:solidFill>
                <a:latin typeface="Segoe UI"/>
                <a:ea typeface="Segoe UI"/>
                <a:cs typeface="Segoe UI"/>
              </a:defRPr>
            </a:lvl9pPr>
          </a:lstStyle>
          <a:p xmlns:a="http://schemas.openxmlformats.org/drawingml/2006/main">
            <a:pPr>
              <a:defRPr sz="2850" b="1">
                <a:solidFill>
                  <a:srgbClr val="F7FBFC"/>
                </a:solidFill>
                <a:latin typeface="Segoe UI"/>
                <a:ea typeface="Segoe UI"/>
                <a:cs typeface="Segoe UI"/>
              </a:defRPr>
            </a:pPr>
            <a:r>
              <a:rPr sz="2850" b="1">
                <a:solidFill>
                  <a:srgbClr val="F7FBFC"/>
                </a:solidFill>
                <a:latin typeface="Segoe UI"/>
                <a:ea typeface="Segoe UI"/>
                <a:cs typeface="Segoe UI"/>
              </a:rPr>
              <a:t>F = bu üç ölçünün ağırlıklı toplamı</a:t>
            </a:r>
          </a:p>
        </p:txBody>
      </p:sp>
      <p:sp>
        <p:nvSpPr>
          <p:cNvPr id="12" name="">
            <a:extLst xmlns:a="http://schemas.openxmlformats.org/drawingml/2006/main">
              <a:ext uri="{FF2B5EF4-FFF2-40B4-BE49-F238E27FC236}">
                <a16:creationId xmlns:a16="http://schemas.microsoft.com/office/drawing/2014/main" id="{7C6DD72B-D76B-45AE-8597-3122CE841CBC}"/>
              </a:ext>
            </a:extLst>
          </p:cNvPr>
          <p:cNvSpPr>
            <a:spLocks xmlns:a="http://schemas.openxmlformats.org/drawingml/2006/main" noGrp="1"/>
          </p:cNvSpPr>
          <p:nvPr/>
        </p:nvSpPr>
        <p:spPr>
          <a:xfrm xmlns:a="http://schemas.openxmlformats.org/drawingml/2006/main">
            <a:off x="628650" y="5915025"/>
            <a:ext cx="1076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ACC5CC"/>
                </a:solidFill>
                <a:latin typeface="Segoe UI"/>
                <a:ea typeface="Segoe UI"/>
                <a:cs typeface="Segoe UI"/>
              </a:defRPr>
            </a:defPPr>
            <a:lvl1pPr>
              <a:defRPr sz="1875" b="0">
                <a:solidFill>
                  <a:srgbClr val="ACC5CC"/>
                </a:solidFill>
                <a:latin typeface="Segoe UI"/>
                <a:ea typeface="Segoe UI"/>
                <a:cs typeface="Segoe UI"/>
              </a:defRPr>
            </a:lvl1pPr>
            <a:lvl2pPr>
              <a:defRPr sz="1875" b="0">
                <a:solidFill>
                  <a:srgbClr val="ACC5CC"/>
                </a:solidFill>
                <a:latin typeface="Segoe UI"/>
                <a:ea typeface="Segoe UI"/>
                <a:cs typeface="Segoe UI"/>
              </a:defRPr>
            </a:lvl2pPr>
            <a:lvl3pPr>
              <a:defRPr sz="1875" b="0">
                <a:solidFill>
                  <a:srgbClr val="ACC5CC"/>
                </a:solidFill>
                <a:latin typeface="Segoe UI"/>
                <a:ea typeface="Segoe UI"/>
                <a:cs typeface="Segoe UI"/>
              </a:defRPr>
            </a:lvl3pPr>
            <a:lvl4pPr>
              <a:defRPr sz="1875" b="0">
                <a:solidFill>
                  <a:srgbClr val="ACC5CC"/>
                </a:solidFill>
                <a:latin typeface="Segoe UI"/>
                <a:ea typeface="Segoe UI"/>
                <a:cs typeface="Segoe UI"/>
              </a:defRPr>
            </a:lvl4pPr>
            <a:lvl5pPr>
              <a:defRPr sz="1875" b="0">
                <a:solidFill>
                  <a:srgbClr val="ACC5CC"/>
                </a:solidFill>
                <a:latin typeface="Segoe UI"/>
                <a:ea typeface="Segoe UI"/>
                <a:cs typeface="Segoe UI"/>
              </a:defRPr>
            </a:lvl5pPr>
            <a:lvl6pPr>
              <a:defRPr sz="1875" b="0">
                <a:solidFill>
                  <a:srgbClr val="ACC5CC"/>
                </a:solidFill>
                <a:latin typeface="Segoe UI"/>
                <a:ea typeface="Segoe UI"/>
                <a:cs typeface="Segoe UI"/>
              </a:defRPr>
            </a:lvl6pPr>
            <a:lvl7pPr>
              <a:defRPr sz="1875" b="0">
                <a:solidFill>
                  <a:srgbClr val="ACC5CC"/>
                </a:solidFill>
                <a:latin typeface="Segoe UI"/>
                <a:ea typeface="Segoe UI"/>
                <a:cs typeface="Segoe UI"/>
              </a:defRPr>
            </a:lvl7pPr>
            <a:lvl8pPr>
              <a:defRPr sz="1875" b="0">
                <a:solidFill>
                  <a:srgbClr val="ACC5CC"/>
                </a:solidFill>
                <a:latin typeface="Segoe UI"/>
                <a:ea typeface="Segoe UI"/>
                <a:cs typeface="Segoe UI"/>
              </a:defRPr>
            </a:lvl8pPr>
            <a:lvl9pPr>
              <a:defRPr sz="1875" b="0">
                <a:solidFill>
                  <a:srgbClr val="ACC5CC"/>
                </a:solidFill>
                <a:latin typeface="Segoe UI"/>
                <a:ea typeface="Segoe UI"/>
                <a:cs typeface="Segoe UI"/>
              </a:defRPr>
            </a:lvl9pPr>
          </a:lstStyle>
          <a:p xmlns:a="http://schemas.openxmlformats.org/drawingml/2006/main">
            <a:pPr>
              <a:defRPr sz="1875" b="0">
                <a:solidFill>
                  <a:srgbClr val="ACC5CC"/>
                </a:solidFill>
                <a:latin typeface="Segoe UI"/>
                <a:ea typeface="Segoe UI"/>
                <a:cs typeface="Segoe UI"/>
              </a:defRPr>
            </a:pPr>
            <a:r>
              <a:rPr sz="1875" b="0">
                <a:solidFill>
                  <a:srgbClr val="ACC5CC"/>
                </a:solidFill>
                <a:latin typeface="Segoe UI"/>
                <a:ea typeface="Segoe UI"/>
                <a:cs typeface="Segoe UI"/>
              </a:rPr>
              <a:t>Ölçüler ortak puanda karşılaştırılır. Küçük F, düşük maliyeti gösterir.</a:t>
            </a:r>
          </a:p>
        </p:txBody>
      </p:sp>
    </p:spTree>
    <p:extLst>
      <p:ext uri="{BB962C8B-B14F-4D97-AF65-F5344CB8AC3E}">
        <p14:creationId xmlns:p14="http://schemas.microsoft.com/office/powerpoint/2010/main" val="697085904"/>
      </p:ext>
    </p:extLst>
  </p:cSld>
</p:sld>
</file>

<file path=ppt/slides/slide5.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96A3A993-5DBE-4592-9817-24E07FF6A033}"/>
              </a:ext>
            </a:extLst>
          </p:cNvPr>
          <p:cNvPicPr>
            <a:picLocks xmlns:a="http://schemas.openxmlformats.org/drawingml/2006/main" noChangeAspect="1"/>
          </p:cNvPicPr>
          <p:nvPr/>
        </p:nvPicPr>
        <p:blipFill>
          <a:blip xmlns:r="http://schemas.openxmlformats.org/officeDocument/2006/relationships" xmlns:a="http://schemas.openxmlformats.org/drawingml/2006/main" r:embed="R9c3fd8684fd241c1"/>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3" name="title">
            <a:extLst xmlns:a="http://schemas.openxmlformats.org/drawingml/2006/main">
              <a:ext uri="{FF2B5EF4-FFF2-40B4-BE49-F238E27FC236}">
                <a16:creationId xmlns:a16="http://schemas.microsoft.com/office/drawing/2014/main" id="{F9119A0F-243D-47C2-BDBC-B8AEC20D0B43}"/>
              </a:ext>
            </a:extLst>
          </p:cNvPr>
          <p:cNvSpPr>
            <a:spLocks xmlns:a="http://schemas.openxmlformats.org/drawingml/2006/main" noGrp="1"/>
          </p:cNvSpPr>
          <p:nvPr/>
        </p:nvSpPr>
        <p:spPr>
          <a:xfrm xmlns:a="http://schemas.openxmlformats.org/drawingml/2006/main">
            <a:off x="628650" y="457200"/>
            <a:ext cx="109347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600" b="1">
                <a:solidFill>
                  <a:srgbClr val="102D3B"/>
                </a:solidFill>
                <a:latin typeface="Segoe UI"/>
                <a:ea typeface="Segoe UI"/>
                <a:cs typeface="Segoe UI"/>
              </a:defRPr>
            </a:defPPr>
            <a:lvl1pPr>
              <a:defRPr sz="3600" b="1">
                <a:solidFill>
                  <a:srgbClr val="102D3B"/>
                </a:solidFill>
                <a:latin typeface="Segoe UI"/>
                <a:ea typeface="Segoe UI"/>
                <a:cs typeface="Segoe UI"/>
              </a:defRPr>
            </a:lvl1pPr>
            <a:lvl2pPr>
              <a:defRPr sz="3600" b="1">
                <a:solidFill>
                  <a:srgbClr val="102D3B"/>
                </a:solidFill>
                <a:latin typeface="Segoe UI"/>
                <a:ea typeface="Segoe UI"/>
                <a:cs typeface="Segoe UI"/>
              </a:defRPr>
            </a:lvl2pPr>
            <a:lvl3pPr>
              <a:defRPr sz="3600" b="1">
                <a:solidFill>
                  <a:srgbClr val="102D3B"/>
                </a:solidFill>
                <a:latin typeface="Segoe UI"/>
                <a:ea typeface="Segoe UI"/>
                <a:cs typeface="Segoe UI"/>
              </a:defRPr>
            </a:lvl3pPr>
            <a:lvl4pPr>
              <a:defRPr sz="3600" b="1">
                <a:solidFill>
                  <a:srgbClr val="102D3B"/>
                </a:solidFill>
                <a:latin typeface="Segoe UI"/>
                <a:ea typeface="Segoe UI"/>
                <a:cs typeface="Segoe UI"/>
              </a:defRPr>
            </a:lvl4pPr>
            <a:lvl5pPr>
              <a:defRPr sz="3600" b="1">
                <a:solidFill>
                  <a:srgbClr val="102D3B"/>
                </a:solidFill>
                <a:latin typeface="Segoe UI"/>
                <a:ea typeface="Segoe UI"/>
                <a:cs typeface="Segoe UI"/>
              </a:defRPr>
            </a:lvl5pPr>
            <a:lvl6pPr>
              <a:defRPr sz="3600" b="1">
                <a:solidFill>
                  <a:srgbClr val="102D3B"/>
                </a:solidFill>
                <a:latin typeface="Segoe UI"/>
                <a:ea typeface="Segoe UI"/>
                <a:cs typeface="Segoe UI"/>
              </a:defRPr>
            </a:lvl6pPr>
            <a:lvl7pPr>
              <a:defRPr sz="3600" b="1">
                <a:solidFill>
                  <a:srgbClr val="102D3B"/>
                </a:solidFill>
                <a:latin typeface="Segoe UI"/>
                <a:ea typeface="Segoe UI"/>
                <a:cs typeface="Segoe UI"/>
              </a:defRPr>
            </a:lvl7pPr>
            <a:lvl8pPr>
              <a:defRPr sz="3600" b="1">
                <a:solidFill>
                  <a:srgbClr val="102D3B"/>
                </a:solidFill>
                <a:latin typeface="Segoe UI"/>
                <a:ea typeface="Segoe UI"/>
                <a:cs typeface="Segoe UI"/>
              </a:defRPr>
            </a:lvl8pPr>
            <a:lvl9pPr>
              <a:defRPr sz="3600" b="1">
                <a:solidFill>
                  <a:srgbClr val="102D3B"/>
                </a:solidFill>
                <a:latin typeface="Segoe UI"/>
                <a:ea typeface="Segoe UI"/>
                <a:cs typeface="Segoe UI"/>
              </a:defRPr>
            </a:lvl9pPr>
          </a:lstStyle>
          <a:p xmlns:a="http://schemas.openxmlformats.org/drawingml/2006/main">
            <a:pPr>
              <a:defRPr sz="3600" b="1">
                <a:solidFill>
                  <a:srgbClr val="102D3B"/>
                </a:solidFill>
                <a:latin typeface="Segoe UI"/>
                <a:ea typeface="Segoe UI"/>
                <a:cs typeface="Segoe UI"/>
              </a:defRPr>
            </a:pPr>
            <a:r>
              <a:rPr sz="3600" b="1">
                <a:solidFill>
                  <a:srgbClr val="102D3B"/>
                </a:solidFill>
                <a:latin typeface="Segoe UI"/>
                <a:ea typeface="Segoe UI"/>
                <a:cs typeface="Segoe UI"/>
              </a:rPr>
              <a:t>Makaledeki yöntem ve katkılarım</a:t>
            </a:r>
          </a:p>
        </p:txBody>
      </p:sp>
      <p:sp>
        <p:nvSpPr>
          <p:cNvPr id="4" name="page">
            <a:extLst xmlns:a="http://schemas.openxmlformats.org/drawingml/2006/main">
              <a:ext uri="{FF2B5EF4-FFF2-40B4-BE49-F238E27FC236}">
                <a16:creationId xmlns:a16="http://schemas.microsoft.com/office/drawing/2014/main" id="{1209282A-1153-4237-AE25-788883743A46}"/>
              </a:ext>
            </a:extLst>
          </p:cNvPr>
          <p:cNvSpPr>
            <a:spLocks xmlns:a="http://schemas.openxmlformats.org/drawingml/2006/main" noGrp="1"/>
          </p:cNvSpPr>
          <p:nvPr/>
        </p:nvSpPr>
        <p:spPr>
          <a:xfrm xmlns:a="http://schemas.openxmlformats.org/drawingml/2006/main">
            <a:off x="11182350" y="6334125"/>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57717A"/>
                </a:solidFill>
                <a:latin typeface="Segoe UI"/>
                <a:ea typeface="Segoe UI"/>
                <a:cs typeface="Segoe UI"/>
              </a:defRPr>
            </a:defPPr>
            <a:lvl1pPr>
              <a:defRPr sz="1575" b="0">
                <a:solidFill>
                  <a:srgbClr val="57717A"/>
                </a:solidFill>
                <a:latin typeface="Segoe UI"/>
                <a:ea typeface="Segoe UI"/>
                <a:cs typeface="Segoe UI"/>
              </a:defRPr>
            </a:lvl1pPr>
            <a:lvl2pPr>
              <a:defRPr sz="1575" b="0">
                <a:solidFill>
                  <a:srgbClr val="57717A"/>
                </a:solidFill>
                <a:latin typeface="Segoe UI"/>
                <a:ea typeface="Segoe UI"/>
                <a:cs typeface="Segoe UI"/>
              </a:defRPr>
            </a:lvl2pPr>
            <a:lvl3pPr>
              <a:defRPr sz="1575" b="0">
                <a:solidFill>
                  <a:srgbClr val="57717A"/>
                </a:solidFill>
                <a:latin typeface="Segoe UI"/>
                <a:ea typeface="Segoe UI"/>
                <a:cs typeface="Segoe UI"/>
              </a:defRPr>
            </a:lvl3pPr>
            <a:lvl4pPr>
              <a:defRPr sz="1575" b="0">
                <a:solidFill>
                  <a:srgbClr val="57717A"/>
                </a:solidFill>
                <a:latin typeface="Segoe UI"/>
                <a:ea typeface="Segoe UI"/>
                <a:cs typeface="Segoe UI"/>
              </a:defRPr>
            </a:lvl4pPr>
            <a:lvl5pPr>
              <a:defRPr sz="1575" b="0">
                <a:solidFill>
                  <a:srgbClr val="57717A"/>
                </a:solidFill>
                <a:latin typeface="Segoe UI"/>
                <a:ea typeface="Segoe UI"/>
                <a:cs typeface="Segoe UI"/>
              </a:defRPr>
            </a:lvl5pPr>
            <a:lvl6pPr>
              <a:defRPr sz="1575" b="0">
                <a:solidFill>
                  <a:srgbClr val="57717A"/>
                </a:solidFill>
                <a:latin typeface="Segoe UI"/>
                <a:ea typeface="Segoe UI"/>
                <a:cs typeface="Segoe UI"/>
              </a:defRPr>
            </a:lvl6pPr>
            <a:lvl7pPr>
              <a:defRPr sz="1575" b="0">
                <a:solidFill>
                  <a:srgbClr val="57717A"/>
                </a:solidFill>
                <a:latin typeface="Segoe UI"/>
                <a:ea typeface="Segoe UI"/>
                <a:cs typeface="Segoe UI"/>
              </a:defRPr>
            </a:lvl7pPr>
            <a:lvl8pPr>
              <a:defRPr sz="1575" b="0">
                <a:solidFill>
                  <a:srgbClr val="57717A"/>
                </a:solidFill>
                <a:latin typeface="Segoe UI"/>
                <a:ea typeface="Segoe UI"/>
                <a:cs typeface="Segoe UI"/>
              </a:defRPr>
            </a:lvl8pPr>
            <a:lvl9pPr>
              <a:defRPr sz="1575" b="0">
                <a:solidFill>
                  <a:srgbClr val="57717A"/>
                </a:solidFill>
                <a:latin typeface="Segoe UI"/>
                <a:ea typeface="Segoe UI"/>
                <a:cs typeface="Segoe UI"/>
              </a:defRPr>
            </a:lvl9pPr>
          </a:lstStyle>
          <a:p xmlns:a="http://schemas.openxmlformats.org/drawingml/2006/main">
            <a:pPr>
              <a:defRPr sz="1575" b="0">
                <a:solidFill>
                  <a:srgbClr val="57717A"/>
                </a:solidFill>
                <a:latin typeface="Segoe UI"/>
                <a:ea typeface="Segoe UI"/>
                <a:cs typeface="Segoe UI"/>
              </a:defRPr>
            </a:pPr>
            <a:r>
              <a:rPr sz="1575" b="0">
                <a:solidFill>
                  <a:srgbClr val="57717A"/>
                </a:solidFill>
                <a:latin typeface="Segoe UI"/>
                <a:ea typeface="Segoe UI"/>
                <a:cs typeface="Segoe UI"/>
              </a:rPr>
              <a:t>05</a:t>
            </a:r>
          </a:p>
        </p:txBody>
      </p:sp>
      <p:sp>
        <p:nvSpPr>
          <p:cNvPr id="5" name="">
            <a:extLst xmlns:a="http://schemas.openxmlformats.org/drawingml/2006/main">
              <a:ext uri="{FF2B5EF4-FFF2-40B4-BE49-F238E27FC236}">
                <a16:creationId xmlns:a16="http://schemas.microsoft.com/office/drawing/2014/main" id="{F7615A39-AA98-4614-A415-7B04A730BFBD}"/>
              </a:ext>
            </a:extLst>
          </p:cNvPr>
          <p:cNvSpPr>
            <a:spLocks xmlns:a="http://schemas.openxmlformats.org/drawingml/2006/main" noGrp="1"/>
          </p:cNvSpPr>
          <p:nvPr/>
        </p:nvSpPr>
        <p:spPr>
          <a:xfrm xmlns:a="http://schemas.openxmlformats.org/drawingml/2006/main">
            <a:off x="628650" y="1685925"/>
            <a:ext cx="5238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50" b="1">
                <a:solidFill>
                  <a:srgbClr val="117B78"/>
                </a:solidFill>
                <a:latin typeface="Segoe UI"/>
                <a:ea typeface="Segoe UI"/>
                <a:cs typeface="Segoe UI"/>
              </a:defRPr>
            </a:defPPr>
            <a:lvl1pPr>
              <a:defRPr sz="2550" b="1">
                <a:solidFill>
                  <a:srgbClr val="117B78"/>
                </a:solidFill>
                <a:latin typeface="Segoe UI"/>
                <a:ea typeface="Segoe UI"/>
                <a:cs typeface="Segoe UI"/>
              </a:defRPr>
            </a:lvl1pPr>
            <a:lvl2pPr>
              <a:defRPr sz="2550" b="1">
                <a:solidFill>
                  <a:srgbClr val="117B78"/>
                </a:solidFill>
                <a:latin typeface="Segoe UI"/>
                <a:ea typeface="Segoe UI"/>
                <a:cs typeface="Segoe UI"/>
              </a:defRPr>
            </a:lvl2pPr>
            <a:lvl3pPr>
              <a:defRPr sz="2550" b="1">
                <a:solidFill>
                  <a:srgbClr val="117B78"/>
                </a:solidFill>
                <a:latin typeface="Segoe UI"/>
                <a:ea typeface="Segoe UI"/>
                <a:cs typeface="Segoe UI"/>
              </a:defRPr>
            </a:lvl3pPr>
            <a:lvl4pPr>
              <a:defRPr sz="2550" b="1">
                <a:solidFill>
                  <a:srgbClr val="117B78"/>
                </a:solidFill>
                <a:latin typeface="Segoe UI"/>
                <a:ea typeface="Segoe UI"/>
                <a:cs typeface="Segoe UI"/>
              </a:defRPr>
            </a:lvl4pPr>
            <a:lvl5pPr>
              <a:defRPr sz="2550" b="1">
                <a:solidFill>
                  <a:srgbClr val="117B78"/>
                </a:solidFill>
                <a:latin typeface="Segoe UI"/>
                <a:ea typeface="Segoe UI"/>
                <a:cs typeface="Segoe UI"/>
              </a:defRPr>
            </a:lvl5pPr>
            <a:lvl6pPr>
              <a:defRPr sz="2550" b="1">
                <a:solidFill>
                  <a:srgbClr val="117B78"/>
                </a:solidFill>
                <a:latin typeface="Segoe UI"/>
                <a:ea typeface="Segoe UI"/>
                <a:cs typeface="Segoe UI"/>
              </a:defRPr>
            </a:lvl6pPr>
            <a:lvl7pPr>
              <a:defRPr sz="2550" b="1">
                <a:solidFill>
                  <a:srgbClr val="117B78"/>
                </a:solidFill>
                <a:latin typeface="Segoe UI"/>
                <a:ea typeface="Segoe UI"/>
                <a:cs typeface="Segoe UI"/>
              </a:defRPr>
            </a:lvl7pPr>
            <a:lvl8pPr>
              <a:defRPr sz="2550" b="1">
                <a:solidFill>
                  <a:srgbClr val="117B78"/>
                </a:solidFill>
                <a:latin typeface="Segoe UI"/>
                <a:ea typeface="Segoe UI"/>
                <a:cs typeface="Segoe UI"/>
              </a:defRPr>
            </a:lvl8pPr>
            <a:lvl9pPr>
              <a:defRPr sz="2550" b="1">
                <a:solidFill>
                  <a:srgbClr val="117B78"/>
                </a:solidFill>
                <a:latin typeface="Segoe UI"/>
                <a:ea typeface="Segoe UI"/>
                <a:cs typeface="Segoe UI"/>
              </a:defRPr>
            </a:lvl9pPr>
          </a:lstStyle>
          <a:p xmlns:a="http://schemas.openxmlformats.org/drawingml/2006/main">
            <a:pPr>
              <a:defRPr sz="2550" b="1">
                <a:solidFill>
                  <a:srgbClr val="117B78"/>
                </a:solidFill>
                <a:latin typeface="Segoe UI"/>
                <a:ea typeface="Segoe UI"/>
                <a:cs typeface="Segoe UI"/>
              </a:defRPr>
            </a:pPr>
            <a:r>
              <a:rPr sz="2550" b="1">
                <a:solidFill>
                  <a:srgbClr val="117B78"/>
                </a:solidFill>
                <a:latin typeface="Segoe UI"/>
                <a:ea typeface="Segoe UI"/>
                <a:cs typeface="Segoe UI"/>
              </a:rPr>
              <a:t>Makaledeki çekirdek</a:t>
            </a:r>
          </a:p>
        </p:txBody>
      </p:sp>
      <p:sp>
        <p:nvSpPr>
          <p:cNvPr id="6" name="">
            <a:extLst xmlns:a="http://schemas.openxmlformats.org/drawingml/2006/main">
              <a:ext uri="{FF2B5EF4-FFF2-40B4-BE49-F238E27FC236}">
                <a16:creationId xmlns:a16="http://schemas.microsoft.com/office/drawing/2014/main" id="{2118C34A-8D36-4A7E-BF89-4EB697A6FFF1}"/>
              </a:ext>
            </a:extLst>
          </p:cNvPr>
          <p:cNvSpPr>
            <a:spLocks xmlns:a="http://schemas.openxmlformats.org/drawingml/2006/main" noGrp="1"/>
          </p:cNvSpPr>
          <p:nvPr/>
        </p:nvSpPr>
        <p:spPr>
          <a:xfrm xmlns:a="http://schemas.openxmlformats.org/drawingml/2006/main">
            <a:off x="6457950" y="1685925"/>
            <a:ext cx="51911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50" b="1">
                <a:solidFill>
                  <a:srgbClr val="117B78"/>
                </a:solidFill>
                <a:latin typeface="Segoe UI"/>
                <a:ea typeface="Segoe UI"/>
                <a:cs typeface="Segoe UI"/>
              </a:defRPr>
            </a:defPPr>
            <a:lvl1pPr>
              <a:defRPr sz="2550" b="1">
                <a:solidFill>
                  <a:srgbClr val="117B78"/>
                </a:solidFill>
                <a:latin typeface="Segoe UI"/>
                <a:ea typeface="Segoe UI"/>
                <a:cs typeface="Segoe UI"/>
              </a:defRPr>
            </a:lvl1pPr>
            <a:lvl2pPr>
              <a:defRPr sz="2550" b="1">
                <a:solidFill>
                  <a:srgbClr val="117B78"/>
                </a:solidFill>
                <a:latin typeface="Segoe UI"/>
                <a:ea typeface="Segoe UI"/>
                <a:cs typeface="Segoe UI"/>
              </a:defRPr>
            </a:lvl2pPr>
            <a:lvl3pPr>
              <a:defRPr sz="2550" b="1">
                <a:solidFill>
                  <a:srgbClr val="117B78"/>
                </a:solidFill>
                <a:latin typeface="Segoe UI"/>
                <a:ea typeface="Segoe UI"/>
                <a:cs typeface="Segoe UI"/>
              </a:defRPr>
            </a:lvl3pPr>
            <a:lvl4pPr>
              <a:defRPr sz="2550" b="1">
                <a:solidFill>
                  <a:srgbClr val="117B78"/>
                </a:solidFill>
                <a:latin typeface="Segoe UI"/>
                <a:ea typeface="Segoe UI"/>
                <a:cs typeface="Segoe UI"/>
              </a:defRPr>
            </a:lvl4pPr>
            <a:lvl5pPr>
              <a:defRPr sz="2550" b="1">
                <a:solidFill>
                  <a:srgbClr val="117B78"/>
                </a:solidFill>
                <a:latin typeface="Segoe UI"/>
                <a:ea typeface="Segoe UI"/>
                <a:cs typeface="Segoe UI"/>
              </a:defRPr>
            </a:lvl5pPr>
            <a:lvl6pPr>
              <a:defRPr sz="2550" b="1">
                <a:solidFill>
                  <a:srgbClr val="117B78"/>
                </a:solidFill>
                <a:latin typeface="Segoe UI"/>
                <a:ea typeface="Segoe UI"/>
                <a:cs typeface="Segoe UI"/>
              </a:defRPr>
            </a:lvl6pPr>
            <a:lvl7pPr>
              <a:defRPr sz="2550" b="1">
                <a:solidFill>
                  <a:srgbClr val="117B78"/>
                </a:solidFill>
                <a:latin typeface="Segoe UI"/>
                <a:ea typeface="Segoe UI"/>
                <a:cs typeface="Segoe UI"/>
              </a:defRPr>
            </a:lvl7pPr>
            <a:lvl8pPr>
              <a:defRPr sz="2550" b="1">
                <a:solidFill>
                  <a:srgbClr val="117B78"/>
                </a:solidFill>
                <a:latin typeface="Segoe UI"/>
                <a:ea typeface="Segoe UI"/>
                <a:cs typeface="Segoe UI"/>
              </a:defRPr>
            </a:lvl8pPr>
            <a:lvl9pPr>
              <a:defRPr sz="2550" b="1">
                <a:solidFill>
                  <a:srgbClr val="117B78"/>
                </a:solidFill>
                <a:latin typeface="Segoe UI"/>
                <a:ea typeface="Segoe UI"/>
                <a:cs typeface="Segoe UI"/>
              </a:defRPr>
            </a:lvl9pPr>
          </a:lstStyle>
          <a:p xmlns:a="http://schemas.openxmlformats.org/drawingml/2006/main">
            <a:pPr>
              <a:defRPr sz="2550" b="1">
                <a:solidFill>
                  <a:srgbClr val="117B78"/>
                </a:solidFill>
                <a:latin typeface="Segoe UI"/>
                <a:ea typeface="Segoe UI"/>
                <a:cs typeface="Segoe UI"/>
              </a:defRPr>
            </a:pPr>
            <a:r>
              <a:rPr sz="2550" b="1">
                <a:solidFill>
                  <a:srgbClr val="117B78"/>
                </a:solidFill>
                <a:latin typeface="Segoe UI"/>
                <a:ea typeface="Segoe UI"/>
                <a:cs typeface="Segoe UI"/>
              </a:rPr>
              <a:t>Bu projede eklediklerim</a:t>
            </a:r>
          </a:p>
        </p:txBody>
      </p:sp>
      <p:sp>
        <p:nvSpPr>
          <p:cNvPr id="7" name="">
            <a:extLst xmlns:a="http://schemas.openxmlformats.org/drawingml/2006/main">
              <a:ext uri="{FF2B5EF4-FFF2-40B4-BE49-F238E27FC236}">
                <a16:creationId xmlns:a16="http://schemas.microsoft.com/office/drawing/2014/main" id="{43C53F1D-8266-40AE-B59C-9810D3BAE16F}"/>
              </a:ext>
            </a:extLst>
          </p:cNvPr>
          <p:cNvSpPr>
            <a:spLocks xmlns:a="http://schemas.openxmlformats.org/drawingml/2006/main" noGrp="1"/>
          </p:cNvSpPr>
          <p:nvPr/>
        </p:nvSpPr>
        <p:spPr>
          <a:xfrm xmlns:a="http://schemas.openxmlformats.org/drawingml/2006/main">
            <a:off x="628650" y="2333625"/>
            <a:ext cx="523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02D3B"/>
                </a:solidFill>
                <a:latin typeface="Segoe UI"/>
                <a:ea typeface="Segoe UI"/>
                <a:cs typeface="Segoe UI"/>
              </a:defRPr>
            </a:defPPr>
            <a:lvl1pPr>
              <a:defRPr sz="2175" b="1">
                <a:solidFill>
                  <a:srgbClr val="102D3B"/>
                </a:solidFill>
                <a:latin typeface="Segoe UI"/>
                <a:ea typeface="Segoe UI"/>
                <a:cs typeface="Segoe UI"/>
              </a:defRPr>
            </a:lvl1pPr>
            <a:lvl2pPr>
              <a:defRPr sz="2175" b="1">
                <a:solidFill>
                  <a:srgbClr val="102D3B"/>
                </a:solidFill>
                <a:latin typeface="Segoe UI"/>
                <a:ea typeface="Segoe UI"/>
                <a:cs typeface="Segoe UI"/>
              </a:defRPr>
            </a:lvl2pPr>
            <a:lvl3pPr>
              <a:defRPr sz="2175" b="1">
                <a:solidFill>
                  <a:srgbClr val="102D3B"/>
                </a:solidFill>
                <a:latin typeface="Segoe UI"/>
                <a:ea typeface="Segoe UI"/>
                <a:cs typeface="Segoe UI"/>
              </a:defRPr>
            </a:lvl3pPr>
            <a:lvl4pPr>
              <a:defRPr sz="2175" b="1">
                <a:solidFill>
                  <a:srgbClr val="102D3B"/>
                </a:solidFill>
                <a:latin typeface="Segoe UI"/>
                <a:ea typeface="Segoe UI"/>
                <a:cs typeface="Segoe UI"/>
              </a:defRPr>
            </a:lvl4pPr>
            <a:lvl5pPr>
              <a:defRPr sz="2175" b="1">
                <a:solidFill>
                  <a:srgbClr val="102D3B"/>
                </a:solidFill>
                <a:latin typeface="Segoe UI"/>
                <a:ea typeface="Segoe UI"/>
                <a:cs typeface="Segoe UI"/>
              </a:defRPr>
            </a:lvl5pPr>
            <a:lvl6pPr>
              <a:defRPr sz="2175" b="1">
                <a:solidFill>
                  <a:srgbClr val="102D3B"/>
                </a:solidFill>
                <a:latin typeface="Segoe UI"/>
                <a:ea typeface="Segoe UI"/>
                <a:cs typeface="Segoe UI"/>
              </a:defRPr>
            </a:lvl6pPr>
            <a:lvl7pPr>
              <a:defRPr sz="2175" b="1">
                <a:solidFill>
                  <a:srgbClr val="102D3B"/>
                </a:solidFill>
                <a:latin typeface="Segoe UI"/>
                <a:ea typeface="Segoe UI"/>
                <a:cs typeface="Segoe UI"/>
              </a:defRPr>
            </a:lvl7pPr>
            <a:lvl8pPr>
              <a:defRPr sz="2175" b="1">
                <a:solidFill>
                  <a:srgbClr val="102D3B"/>
                </a:solidFill>
                <a:latin typeface="Segoe UI"/>
                <a:ea typeface="Segoe UI"/>
                <a:cs typeface="Segoe UI"/>
              </a:defRPr>
            </a:lvl8pPr>
            <a:lvl9pPr>
              <a:defRPr sz="2175" b="1">
                <a:solidFill>
                  <a:srgbClr val="102D3B"/>
                </a:solidFill>
                <a:latin typeface="Segoe UI"/>
                <a:ea typeface="Segoe UI"/>
                <a:cs typeface="Segoe UI"/>
              </a:defRPr>
            </a:lvl9pPr>
          </a:lstStyle>
          <a:p xmlns:a="http://schemas.openxmlformats.org/drawingml/2006/main">
            <a:pPr>
              <a:defRPr sz="2175" b="1">
                <a:solidFill>
                  <a:srgbClr val="102D3B"/>
                </a:solidFill>
                <a:latin typeface="Segoe UI"/>
                <a:ea typeface="Segoe UI"/>
                <a:cs typeface="Segoe UI"/>
              </a:defRPr>
            </a:pPr>
            <a:r>
              <a:rPr sz="2175" b="1">
                <a:solidFill>
                  <a:srgbClr val="102D3B"/>
                </a:solidFill>
                <a:latin typeface="Segoe UI"/>
                <a:ea typeface="Segoe UI"/>
                <a:cs typeface="Segoe UI"/>
              </a:rPr>
              <a:t>Bulanık güvenlik hesabı</a:t>
            </a:r>
          </a:p>
        </p:txBody>
      </p:sp>
      <p:sp>
        <p:nvSpPr>
          <p:cNvPr id="8" name="">
            <a:extLst xmlns:a="http://schemas.openxmlformats.org/drawingml/2006/main">
              <a:ext uri="{FF2B5EF4-FFF2-40B4-BE49-F238E27FC236}">
                <a16:creationId xmlns:a16="http://schemas.microsoft.com/office/drawing/2014/main" id="{B320A9F1-E7B4-4D96-983A-FBF1CDFD78C4}"/>
              </a:ext>
            </a:extLst>
          </p:cNvPr>
          <p:cNvSpPr>
            <a:spLocks xmlns:a="http://schemas.openxmlformats.org/drawingml/2006/main" noGrp="1"/>
          </p:cNvSpPr>
          <p:nvPr/>
        </p:nvSpPr>
        <p:spPr>
          <a:xfrm xmlns:a="http://schemas.openxmlformats.org/drawingml/2006/main">
            <a:off x="628650" y="2771775"/>
            <a:ext cx="5238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57717A"/>
                </a:solidFill>
                <a:latin typeface="Segoe UI"/>
                <a:ea typeface="Segoe UI"/>
                <a:cs typeface="Segoe UI"/>
              </a:defRPr>
            </a:defPPr>
            <a:lvl1pPr>
              <a:defRPr sz="1950" b="0">
                <a:solidFill>
                  <a:srgbClr val="57717A"/>
                </a:solidFill>
                <a:latin typeface="Segoe UI"/>
                <a:ea typeface="Segoe UI"/>
                <a:cs typeface="Segoe UI"/>
              </a:defRPr>
            </a:lvl1pPr>
            <a:lvl2pPr>
              <a:defRPr sz="1950" b="0">
                <a:solidFill>
                  <a:srgbClr val="57717A"/>
                </a:solidFill>
                <a:latin typeface="Segoe UI"/>
                <a:ea typeface="Segoe UI"/>
                <a:cs typeface="Segoe UI"/>
              </a:defRPr>
            </a:lvl2pPr>
            <a:lvl3pPr>
              <a:defRPr sz="1950" b="0">
                <a:solidFill>
                  <a:srgbClr val="57717A"/>
                </a:solidFill>
                <a:latin typeface="Segoe UI"/>
                <a:ea typeface="Segoe UI"/>
                <a:cs typeface="Segoe UI"/>
              </a:defRPr>
            </a:lvl3pPr>
            <a:lvl4pPr>
              <a:defRPr sz="1950" b="0">
                <a:solidFill>
                  <a:srgbClr val="57717A"/>
                </a:solidFill>
                <a:latin typeface="Segoe UI"/>
                <a:ea typeface="Segoe UI"/>
                <a:cs typeface="Segoe UI"/>
              </a:defRPr>
            </a:lvl4pPr>
            <a:lvl5pPr>
              <a:defRPr sz="1950" b="0">
                <a:solidFill>
                  <a:srgbClr val="57717A"/>
                </a:solidFill>
                <a:latin typeface="Segoe UI"/>
                <a:ea typeface="Segoe UI"/>
                <a:cs typeface="Segoe UI"/>
              </a:defRPr>
            </a:lvl5pPr>
            <a:lvl6pPr>
              <a:defRPr sz="1950" b="0">
                <a:solidFill>
                  <a:srgbClr val="57717A"/>
                </a:solidFill>
                <a:latin typeface="Segoe UI"/>
                <a:ea typeface="Segoe UI"/>
                <a:cs typeface="Segoe UI"/>
              </a:defRPr>
            </a:lvl6pPr>
            <a:lvl7pPr>
              <a:defRPr sz="1950" b="0">
                <a:solidFill>
                  <a:srgbClr val="57717A"/>
                </a:solidFill>
                <a:latin typeface="Segoe UI"/>
                <a:ea typeface="Segoe UI"/>
                <a:cs typeface="Segoe UI"/>
              </a:defRPr>
            </a:lvl7pPr>
            <a:lvl8pPr>
              <a:defRPr sz="1950" b="0">
                <a:solidFill>
                  <a:srgbClr val="57717A"/>
                </a:solidFill>
                <a:latin typeface="Segoe UI"/>
                <a:ea typeface="Segoe UI"/>
                <a:cs typeface="Segoe UI"/>
              </a:defRPr>
            </a:lvl8pPr>
            <a:lvl9pPr>
              <a:defRPr sz="1950" b="0">
                <a:solidFill>
                  <a:srgbClr val="57717A"/>
                </a:solidFill>
                <a:latin typeface="Segoe UI"/>
                <a:ea typeface="Segoe UI"/>
                <a:cs typeface="Segoe UI"/>
              </a:defRPr>
            </a:lvl9pPr>
          </a:lstStyle>
          <a:p xmlns:a="http://schemas.openxmlformats.org/drawingml/2006/main">
            <a:pPr>
              <a:defRPr sz="1950" b="0">
                <a:solidFill>
                  <a:srgbClr val="57717A"/>
                </a:solidFill>
                <a:latin typeface="Segoe UI"/>
                <a:ea typeface="Segoe UI"/>
                <a:cs typeface="Segoe UI"/>
              </a:defRPr>
            </a:pPr>
            <a:r>
              <a:rPr sz="1950" b="0">
                <a:solidFill>
                  <a:srgbClr val="57717A"/>
                </a:solidFill>
                <a:latin typeface="Segoe UI"/>
                <a:ea typeface="Segoe UI"/>
                <a:cs typeface="Segoe UI"/>
              </a:rPr>
              <a:t>Uzman değerlendirmelerinden görevlerin</a:t>
            </a:r>
          </a:p>
          <a:p xmlns:a="http://schemas.openxmlformats.org/drawingml/2006/main">
            <a:pPr>
              <a:defRPr sz="1950" b="0">
                <a:solidFill>
                  <a:srgbClr val="57717A"/>
                </a:solidFill>
                <a:latin typeface="Segoe UI"/>
                <a:ea typeface="Segoe UI"/>
                <a:cs typeface="Segoe UI"/>
              </a:defRPr>
            </a:pPr>
            <a:r>
              <a:rPr sz="1950" b="0">
                <a:solidFill>
                  <a:srgbClr val="57717A"/>
                </a:solidFill>
                <a:latin typeface="Segoe UI"/>
                <a:ea typeface="Segoe UI"/>
                <a:cs typeface="Segoe UI"/>
              </a:rPr>
              <a:t>güvenlik puanı ve risk maliyeti hesaplanır.</a:t>
            </a:r>
          </a:p>
        </p:txBody>
      </p:sp>
      <p:sp>
        <p:nvSpPr>
          <p:cNvPr id="9" name="">
            <a:extLst xmlns:a="http://schemas.openxmlformats.org/drawingml/2006/main">
              <a:ext uri="{FF2B5EF4-FFF2-40B4-BE49-F238E27FC236}">
                <a16:creationId xmlns:a16="http://schemas.microsoft.com/office/drawing/2014/main" id="{BB4EB64F-AA37-431F-9C5A-1D1E3B0B7055}"/>
              </a:ext>
            </a:extLst>
          </p:cNvPr>
          <p:cNvSpPr>
            <a:spLocks xmlns:a="http://schemas.openxmlformats.org/drawingml/2006/main" noGrp="1"/>
          </p:cNvSpPr>
          <p:nvPr/>
        </p:nvSpPr>
        <p:spPr>
          <a:xfrm xmlns:a="http://schemas.openxmlformats.org/drawingml/2006/main">
            <a:off x="628650" y="3467100"/>
            <a:ext cx="523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02D3B"/>
                </a:solidFill>
                <a:latin typeface="Segoe UI"/>
                <a:ea typeface="Segoe UI"/>
                <a:cs typeface="Segoe UI"/>
              </a:defRPr>
            </a:defPPr>
            <a:lvl1pPr>
              <a:defRPr sz="2175" b="1">
                <a:solidFill>
                  <a:srgbClr val="102D3B"/>
                </a:solidFill>
                <a:latin typeface="Segoe UI"/>
                <a:ea typeface="Segoe UI"/>
                <a:cs typeface="Segoe UI"/>
              </a:defRPr>
            </a:lvl1pPr>
            <a:lvl2pPr>
              <a:defRPr sz="2175" b="1">
                <a:solidFill>
                  <a:srgbClr val="102D3B"/>
                </a:solidFill>
                <a:latin typeface="Segoe UI"/>
                <a:ea typeface="Segoe UI"/>
                <a:cs typeface="Segoe UI"/>
              </a:defRPr>
            </a:lvl2pPr>
            <a:lvl3pPr>
              <a:defRPr sz="2175" b="1">
                <a:solidFill>
                  <a:srgbClr val="102D3B"/>
                </a:solidFill>
                <a:latin typeface="Segoe UI"/>
                <a:ea typeface="Segoe UI"/>
                <a:cs typeface="Segoe UI"/>
              </a:defRPr>
            </a:lvl3pPr>
            <a:lvl4pPr>
              <a:defRPr sz="2175" b="1">
                <a:solidFill>
                  <a:srgbClr val="102D3B"/>
                </a:solidFill>
                <a:latin typeface="Segoe UI"/>
                <a:ea typeface="Segoe UI"/>
                <a:cs typeface="Segoe UI"/>
              </a:defRPr>
            </a:lvl4pPr>
            <a:lvl5pPr>
              <a:defRPr sz="2175" b="1">
                <a:solidFill>
                  <a:srgbClr val="102D3B"/>
                </a:solidFill>
                <a:latin typeface="Segoe UI"/>
                <a:ea typeface="Segoe UI"/>
                <a:cs typeface="Segoe UI"/>
              </a:defRPr>
            </a:lvl5pPr>
            <a:lvl6pPr>
              <a:defRPr sz="2175" b="1">
                <a:solidFill>
                  <a:srgbClr val="102D3B"/>
                </a:solidFill>
                <a:latin typeface="Segoe UI"/>
                <a:ea typeface="Segoe UI"/>
                <a:cs typeface="Segoe UI"/>
              </a:defRPr>
            </a:lvl6pPr>
            <a:lvl7pPr>
              <a:defRPr sz="2175" b="1">
                <a:solidFill>
                  <a:srgbClr val="102D3B"/>
                </a:solidFill>
                <a:latin typeface="Segoe UI"/>
                <a:ea typeface="Segoe UI"/>
                <a:cs typeface="Segoe UI"/>
              </a:defRPr>
            </a:lvl7pPr>
            <a:lvl8pPr>
              <a:defRPr sz="2175" b="1">
                <a:solidFill>
                  <a:srgbClr val="102D3B"/>
                </a:solidFill>
                <a:latin typeface="Segoe UI"/>
                <a:ea typeface="Segoe UI"/>
                <a:cs typeface="Segoe UI"/>
              </a:defRPr>
            </a:lvl8pPr>
            <a:lvl9pPr>
              <a:defRPr sz="2175" b="1">
                <a:solidFill>
                  <a:srgbClr val="102D3B"/>
                </a:solidFill>
                <a:latin typeface="Segoe UI"/>
                <a:ea typeface="Segoe UI"/>
                <a:cs typeface="Segoe UI"/>
              </a:defRPr>
            </a:lvl9pPr>
          </a:lstStyle>
          <a:p xmlns:a="http://schemas.openxmlformats.org/drawingml/2006/main">
            <a:pPr>
              <a:defRPr sz="2175" b="1">
                <a:solidFill>
                  <a:srgbClr val="102D3B"/>
                </a:solidFill>
                <a:latin typeface="Segoe UI"/>
                <a:ea typeface="Segoe UI"/>
                <a:cs typeface="Segoe UI"/>
              </a:defRPr>
            </a:pPr>
            <a:r>
              <a:rPr sz="2175" b="1">
                <a:solidFill>
                  <a:srgbClr val="102D3B"/>
                </a:solidFill>
                <a:latin typeface="Segoe UI"/>
                <a:ea typeface="Segoe UI"/>
                <a:cs typeface="Segoe UI"/>
              </a:rPr>
              <a:t>Süre ve kaynak modeli</a:t>
            </a:r>
          </a:p>
        </p:txBody>
      </p:sp>
      <p:sp>
        <p:nvSpPr>
          <p:cNvPr id="10" name="">
            <a:extLst xmlns:a="http://schemas.openxmlformats.org/drawingml/2006/main">
              <a:ext uri="{FF2B5EF4-FFF2-40B4-BE49-F238E27FC236}">
                <a16:creationId xmlns:a16="http://schemas.microsoft.com/office/drawing/2014/main" id="{C2B151F6-0C3F-4AE3-AA02-F297A7F37DDF}"/>
              </a:ext>
            </a:extLst>
          </p:cNvPr>
          <p:cNvSpPr>
            <a:spLocks xmlns:a="http://schemas.openxmlformats.org/drawingml/2006/main" noGrp="1"/>
          </p:cNvSpPr>
          <p:nvPr/>
        </p:nvSpPr>
        <p:spPr>
          <a:xfrm xmlns:a="http://schemas.openxmlformats.org/drawingml/2006/main">
            <a:off x="628650" y="3905250"/>
            <a:ext cx="5238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57717A"/>
                </a:solidFill>
                <a:latin typeface="Segoe UI"/>
                <a:ea typeface="Segoe UI"/>
                <a:cs typeface="Segoe UI"/>
              </a:defRPr>
            </a:defPPr>
            <a:lvl1pPr>
              <a:defRPr sz="1950" b="0">
                <a:solidFill>
                  <a:srgbClr val="57717A"/>
                </a:solidFill>
                <a:latin typeface="Segoe UI"/>
                <a:ea typeface="Segoe UI"/>
                <a:cs typeface="Segoe UI"/>
              </a:defRPr>
            </a:lvl1pPr>
            <a:lvl2pPr>
              <a:defRPr sz="1950" b="0">
                <a:solidFill>
                  <a:srgbClr val="57717A"/>
                </a:solidFill>
                <a:latin typeface="Segoe UI"/>
                <a:ea typeface="Segoe UI"/>
                <a:cs typeface="Segoe UI"/>
              </a:defRPr>
            </a:lvl2pPr>
            <a:lvl3pPr>
              <a:defRPr sz="1950" b="0">
                <a:solidFill>
                  <a:srgbClr val="57717A"/>
                </a:solidFill>
                <a:latin typeface="Segoe UI"/>
                <a:ea typeface="Segoe UI"/>
                <a:cs typeface="Segoe UI"/>
              </a:defRPr>
            </a:lvl3pPr>
            <a:lvl4pPr>
              <a:defRPr sz="1950" b="0">
                <a:solidFill>
                  <a:srgbClr val="57717A"/>
                </a:solidFill>
                <a:latin typeface="Segoe UI"/>
                <a:ea typeface="Segoe UI"/>
                <a:cs typeface="Segoe UI"/>
              </a:defRPr>
            </a:lvl4pPr>
            <a:lvl5pPr>
              <a:defRPr sz="1950" b="0">
                <a:solidFill>
                  <a:srgbClr val="57717A"/>
                </a:solidFill>
                <a:latin typeface="Segoe UI"/>
                <a:ea typeface="Segoe UI"/>
                <a:cs typeface="Segoe UI"/>
              </a:defRPr>
            </a:lvl5pPr>
            <a:lvl6pPr>
              <a:defRPr sz="1950" b="0">
                <a:solidFill>
                  <a:srgbClr val="57717A"/>
                </a:solidFill>
                <a:latin typeface="Segoe UI"/>
                <a:ea typeface="Segoe UI"/>
                <a:cs typeface="Segoe UI"/>
              </a:defRPr>
            </a:lvl6pPr>
            <a:lvl7pPr>
              <a:defRPr sz="1950" b="0">
                <a:solidFill>
                  <a:srgbClr val="57717A"/>
                </a:solidFill>
                <a:latin typeface="Segoe UI"/>
                <a:ea typeface="Segoe UI"/>
                <a:cs typeface="Segoe UI"/>
              </a:defRPr>
            </a:lvl7pPr>
            <a:lvl8pPr>
              <a:defRPr sz="1950" b="0">
                <a:solidFill>
                  <a:srgbClr val="57717A"/>
                </a:solidFill>
                <a:latin typeface="Segoe UI"/>
                <a:ea typeface="Segoe UI"/>
                <a:cs typeface="Segoe UI"/>
              </a:defRPr>
            </a:lvl8pPr>
            <a:lvl9pPr>
              <a:defRPr sz="1950" b="0">
                <a:solidFill>
                  <a:srgbClr val="57717A"/>
                </a:solidFill>
                <a:latin typeface="Segoe UI"/>
                <a:ea typeface="Segoe UI"/>
                <a:cs typeface="Segoe UI"/>
              </a:defRPr>
            </a:lvl9pPr>
          </a:lstStyle>
          <a:p xmlns:a="http://schemas.openxmlformats.org/drawingml/2006/main">
            <a:pPr>
              <a:defRPr sz="1950" b="0">
                <a:solidFill>
                  <a:srgbClr val="57717A"/>
                </a:solidFill>
                <a:latin typeface="Segoe UI"/>
                <a:ea typeface="Segoe UI"/>
                <a:cs typeface="Segoe UI"/>
              </a:defRPr>
            </a:pPr>
            <a:r>
              <a:rPr sz="1950" b="0">
                <a:solidFill>
                  <a:srgbClr val="57717A"/>
                </a:solidFill>
                <a:latin typeface="Segoe UI"/>
                <a:ea typeface="Segoe UI"/>
                <a:cs typeface="Segoe UI"/>
              </a:rPr>
              <a:t>Cihaz, iletim ve sunucu süreleriyle</a:t>
            </a:r>
          </a:p>
          <a:p xmlns:a="http://schemas.openxmlformats.org/drawingml/2006/main">
            <a:pPr>
              <a:defRPr sz="1950" b="0">
                <a:solidFill>
                  <a:srgbClr val="57717A"/>
                </a:solidFill>
                <a:latin typeface="Segoe UI"/>
                <a:ea typeface="Segoe UI"/>
                <a:cs typeface="Segoe UI"/>
              </a:defRPr>
            </a:pPr>
            <a:r>
              <a:rPr sz="1950" b="0">
                <a:solidFill>
                  <a:srgbClr val="57717A"/>
                </a:solidFill>
                <a:latin typeface="Segoe UI"/>
                <a:ea typeface="Segoe UI"/>
                <a:cs typeface="Segoe UI"/>
              </a:rPr>
              <a:t>kapasite ve yük dengesi değerlendirilir.</a:t>
            </a:r>
          </a:p>
        </p:txBody>
      </p:sp>
      <p:sp>
        <p:nvSpPr>
          <p:cNvPr id="11" name="">
            <a:extLst xmlns:a="http://schemas.openxmlformats.org/drawingml/2006/main">
              <a:ext uri="{FF2B5EF4-FFF2-40B4-BE49-F238E27FC236}">
                <a16:creationId xmlns:a16="http://schemas.microsoft.com/office/drawing/2014/main" id="{D2BFF63E-CE8F-48D0-8E3D-D94B6C39F300}"/>
              </a:ext>
            </a:extLst>
          </p:cNvPr>
          <p:cNvSpPr>
            <a:spLocks xmlns:a="http://schemas.openxmlformats.org/drawingml/2006/main" noGrp="1"/>
          </p:cNvSpPr>
          <p:nvPr/>
        </p:nvSpPr>
        <p:spPr>
          <a:xfrm xmlns:a="http://schemas.openxmlformats.org/drawingml/2006/main">
            <a:off x="628650" y="4600575"/>
            <a:ext cx="523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02D3B"/>
                </a:solidFill>
                <a:latin typeface="Segoe UI"/>
                <a:ea typeface="Segoe UI"/>
                <a:cs typeface="Segoe UI"/>
              </a:defRPr>
            </a:defPPr>
            <a:lvl1pPr>
              <a:defRPr sz="2175" b="1">
                <a:solidFill>
                  <a:srgbClr val="102D3B"/>
                </a:solidFill>
                <a:latin typeface="Segoe UI"/>
                <a:ea typeface="Segoe UI"/>
                <a:cs typeface="Segoe UI"/>
              </a:defRPr>
            </a:lvl1pPr>
            <a:lvl2pPr>
              <a:defRPr sz="2175" b="1">
                <a:solidFill>
                  <a:srgbClr val="102D3B"/>
                </a:solidFill>
                <a:latin typeface="Segoe UI"/>
                <a:ea typeface="Segoe UI"/>
                <a:cs typeface="Segoe UI"/>
              </a:defRPr>
            </a:lvl2pPr>
            <a:lvl3pPr>
              <a:defRPr sz="2175" b="1">
                <a:solidFill>
                  <a:srgbClr val="102D3B"/>
                </a:solidFill>
                <a:latin typeface="Segoe UI"/>
                <a:ea typeface="Segoe UI"/>
                <a:cs typeface="Segoe UI"/>
              </a:defRPr>
            </a:lvl3pPr>
            <a:lvl4pPr>
              <a:defRPr sz="2175" b="1">
                <a:solidFill>
                  <a:srgbClr val="102D3B"/>
                </a:solidFill>
                <a:latin typeface="Segoe UI"/>
                <a:ea typeface="Segoe UI"/>
                <a:cs typeface="Segoe UI"/>
              </a:defRPr>
            </a:lvl4pPr>
            <a:lvl5pPr>
              <a:defRPr sz="2175" b="1">
                <a:solidFill>
                  <a:srgbClr val="102D3B"/>
                </a:solidFill>
                <a:latin typeface="Segoe UI"/>
                <a:ea typeface="Segoe UI"/>
                <a:cs typeface="Segoe UI"/>
              </a:defRPr>
            </a:lvl5pPr>
            <a:lvl6pPr>
              <a:defRPr sz="2175" b="1">
                <a:solidFill>
                  <a:srgbClr val="102D3B"/>
                </a:solidFill>
                <a:latin typeface="Segoe UI"/>
                <a:ea typeface="Segoe UI"/>
                <a:cs typeface="Segoe UI"/>
              </a:defRPr>
            </a:lvl6pPr>
            <a:lvl7pPr>
              <a:defRPr sz="2175" b="1">
                <a:solidFill>
                  <a:srgbClr val="102D3B"/>
                </a:solidFill>
                <a:latin typeface="Segoe UI"/>
                <a:ea typeface="Segoe UI"/>
                <a:cs typeface="Segoe UI"/>
              </a:defRPr>
            </a:lvl7pPr>
            <a:lvl8pPr>
              <a:defRPr sz="2175" b="1">
                <a:solidFill>
                  <a:srgbClr val="102D3B"/>
                </a:solidFill>
                <a:latin typeface="Segoe UI"/>
                <a:ea typeface="Segoe UI"/>
                <a:cs typeface="Segoe UI"/>
              </a:defRPr>
            </a:lvl8pPr>
            <a:lvl9pPr>
              <a:defRPr sz="2175" b="1">
                <a:solidFill>
                  <a:srgbClr val="102D3B"/>
                </a:solidFill>
                <a:latin typeface="Segoe UI"/>
                <a:ea typeface="Segoe UI"/>
                <a:cs typeface="Segoe UI"/>
              </a:defRPr>
            </a:lvl9pPr>
          </a:lstStyle>
          <a:p xmlns:a="http://schemas.openxmlformats.org/drawingml/2006/main">
            <a:pPr>
              <a:defRPr sz="2175" b="1">
                <a:solidFill>
                  <a:srgbClr val="102D3B"/>
                </a:solidFill>
                <a:latin typeface="Segoe UI"/>
                <a:ea typeface="Segoe UI"/>
                <a:cs typeface="Segoe UI"/>
              </a:defRPr>
            </a:pPr>
            <a:r>
              <a:rPr sz="2175" b="1">
                <a:solidFill>
                  <a:srgbClr val="102D3B"/>
                </a:solidFill>
                <a:latin typeface="Segoe UI"/>
                <a:ea typeface="Segoe UI"/>
                <a:cs typeface="Segoe UI"/>
              </a:rPr>
              <a:t>GA + SA-PSO araması</a:t>
            </a:r>
          </a:p>
        </p:txBody>
      </p:sp>
      <p:sp>
        <p:nvSpPr>
          <p:cNvPr id="12" name="">
            <a:extLst xmlns:a="http://schemas.openxmlformats.org/drawingml/2006/main">
              <a:ext uri="{FF2B5EF4-FFF2-40B4-BE49-F238E27FC236}">
                <a16:creationId xmlns:a16="http://schemas.microsoft.com/office/drawing/2014/main" id="{6FC345B5-45FD-44B6-8ED9-3901A1AA8A9A}"/>
              </a:ext>
            </a:extLst>
          </p:cNvPr>
          <p:cNvSpPr>
            <a:spLocks xmlns:a="http://schemas.openxmlformats.org/drawingml/2006/main" noGrp="1"/>
          </p:cNvSpPr>
          <p:nvPr/>
        </p:nvSpPr>
        <p:spPr>
          <a:xfrm xmlns:a="http://schemas.openxmlformats.org/drawingml/2006/main">
            <a:off x="628650" y="5038725"/>
            <a:ext cx="5238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57717A"/>
                </a:solidFill>
                <a:latin typeface="Segoe UI"/>
                <a:ea typeface="Segoe UI"/>
                <a:cs typeface="Segoe UI"/>
              </a:defRPr>
            </a:defPPr>
            <a:lvl1pPr>
              <a:defRPr sz="1950" b="0">
                <a:solidFill>
                  <a:srgbClr val="57717A"/>
                </a:solidFill>
                <a:latin typeface="Segoe UI"/>
                <a:ea typeface="Segoe UI"/>
                <a:cs typeface="Segoe UI"/>
              </a:defRPr>
            </a:lvl1pPr>
            <a:lvl2pPr>
              <a:defRPr sz="1950" b="0">
                <a:solidFill>
                  <a:srgbClr val="57717A"/>
                </a:solidFill>
                <a:latin typeface="Segoe UI"/>
                <a:ea typeface="Segoe UI"/>
                <a:cs typeface="Segoe UI"/>
              </a:defRPr>
            </a:lvl2pPr>
            <a:lvl3pPr>
              <a:defRPr sz="1950" b="0">
                <a:solidFill>
                  <a:srgbClr val="57717A"/>
                </a:solidFill>
                <a:latin typeface="Segoe UI"/>
                <a:ea typeface="Segoe UI"/>
                <a:cs typeface="Segoe UI"/>
              </a:defRPr>
            </a:lvl3pPr>
            <a:lvl4pPr>
              <a:defRPr sz="1950" b="0">
                <a:solidFill>
                  <a:srgbClr val="57717A"/>
                </a:solidFill>
                <a:latin typeface="Segoe UI"/>
                <a:ea typeface="Segoe UI"/>
                <a:cs typeface="Segoe UI"/>
              </a:defRPr>
            </a:lvl4pPr>
            <a:lvl5pPr>
              <a:defRPr sz="1950" b="0">
                <a:solidFill>
                  <a:srgbClr val="57717A"/>
                </a:solidFill>
                <a:latin typeface="Segoe UI"/>
                <a:ea typeface="Segoe UI"/>
                <a:cs typeface="Segoe UI"/>
              </a:defRPr>
            </a:lvl5pPr>
            <a:lvl6pPr>
              <a:defRPr sz="1950" b="0">
                <a:solidFill>
                  <a:srgbClr val="57717A"/>
                </a:solidFill>
                <a:latin typeface="Segoe UI"/>
                <a:ea typeface="Segoe UI"/>
                <a:cs typeface="Segoe UI"/>
              </a:defRPr>
            </a:lvl6pPr>
            <a:lvl7pPr>
              <a:defRPr sz="1950" b="0">
                <a:solidFill>
                  <a:srgbClr val="57717A"/>
                </a:solidFill>
                <a:latin typeface="Segoe UI"/>
                <a:ea typeface="Segoe UI"/>
                <a:cs typeface="Segoe UI"/>
              </a:defRPr>
            </a:lvl7pPr>
            <a:lvl8pPr>
              <a:defRPr sz="1950" b="0">
                <a:solidFill>
                  <a:srgbClr val="57717A"/>
                </a:solidFill>
                <a:latin typeface="Segoe UI"/>
                <a:ea typeface="Segoe UI"/>
                <a:cs typeface="Segoe UI"/>
              </a:defRPr>
            </a:lvl8pPr>
            <a:lvl9pPr>
              <a:defRPr sz="1950" b="0">
                <a:solidFill>
                  <a:srgbClr val="57717A"/>
                </a:solidFill>
                <a:latin typeface="Segoe UI"/>
                <a:ea typeface="Segoe UI"/>
                <a:cs typeface="Segoe UI"/>
              </a:defRPr>
            </a:lvl9pPr>
          </a:lstStyle>
          <a:p xmlns:a="http://schemas.openxmlformats.org/drawingml/2006/main">
            <a:pPr>
              <a:defRPr sz="1950" b="0">
                <a:solidFill>
                  <a:srgbClr val="57717A"/>
                </a:solidFill>
                <a:latin typeface="Segoe UI"/>
                <a:ea typeface="Segoe UI"/>
                <a:cs typeface="Segoe UI"/>
              </a:defRPr>
            </a:pPr>
            <a:r>
              <a:rPr sz="1950" b="0">
                <a:solidFill>
                  <a:srgbClr val="57717A"/>
                </a:solidFill>
                <a:latin typeface="Segoe UI"/>
                <a:ea typeface="Segoe UI"/>
                <a:cs typeface="Segoe UI"/>
              </a:rPr>
              <a:t>Her görev için sunucu seçimi ve</a:t>
            </a:r>
          </a:p>
          <a:p xmlns:a="http://schemas.openxmlformats.org/drawingml/2006/main">
            <a:pPr>
              <a:defRPr sz="1950" b="0">
                <a:solidFill>
                  <a:srgbClr val="57717A"/>
                </a:solidFill>
                <a:latin typeface="Segoe UI"/>
                <a:ea typeface="Segoe UI"/>
                <a:cs typeface="Segoe UI"/>
              </a:defRPr>
            </a:pPr>
            <a:r>
              <a:rPr sz="1950" b="0">
                <a:solidFill>
                  <a:srgbClr val="57717A"/>
                </a:solidFill>
                <a:latin typeface="Segoe UI"/>
                <a:ea typeface="Segoe UI"/>
                <a:cs typeface="Segoe UI"/>
              </a:rPr>
              <a:t>gönderilecek iş oranı birlikte aranır.</a:t>
            </a:r>
          </a:p>
        </p:txBody>
      </p:sp>
      <p:sp>
        <p:nvSpPr>
          <p:cNvPr id="13" name="">
            <a:extLst xmlns:a="http://schemas.openxmlformats.org/drawingml/2006/main">
              <a:ext uri="{FF2B5EF4-FFF2-40B4-BE49-F238E27FC236}">
                <a16:creationId xmlns:a16="http://schemas.microsoft.com/office/drawing/2014/main" id="{C542AC35-4417-4AAC-8D1D-2B8A1C0D6B0C}"/>
              </a:ext>
            </a:extLst>
          </p:cNvPr>
          <p:cNvSpPr>
            <a:spLocks xmlns:a="http://schemas.openxmlformats.org/drawingml/2006/main" noGrp="1"/>
          </p:cNvSpPr>
          <p:nvPr/>
        </p:nvSpPr>
        <p:spPr>
          <a:xfrm xmlns:a="http://schemas.openxmlformats.org/drawingml/2006/main">
            <a:off x="6457950" y="2333625"/>
            <a:ext cx="51911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102D3B"/>
                </a:solidFill>
                <a:latin typeface="Segoe UI"/>
                <a:ea typeface="Segoe UI"/>
                <a:cs typeface="Segoe UI"/>
              </a:defRPr>
            </a:defPPr>
            <a:lvl1pPr>
              <a:defRPr sz="2250" b="1">
                <a:solidFill>
                  <a:srgbClr val="102D3B"/>
                </a:solidFill>
                <a:latin typeface="Segoe UI"/>
                <a:ea typeface="Segoe UI"/>
                <a:cs typeface="Segoe UI"/>
              </a:defRPr>
            </a:lvl1pPr>
            <a:lvl2pPr>
              <a:defRPr sz="2250" b="1">
                <a:solidFill>
                  <a:srgbClr val="102D3B"/>
                </a:solidFill>
                <a:latin typeface="Segoe UI"/>
                <a:ea typeface="Segoe UI"/>
                <a:cs typeface="Segoe UI"/>
              </a:defRPr>
            </a:lvl2pPr>
            <a:lvl3pPr>
              <a:defRPr sz="2250" b="1">
                <a:solidFill>
                  <a:srgbClr val="102D3B"/>
                </a:solidFill>
                <a:latin typeface="Segoe UI"/>
                <a:ea typeface="Segoe UI"/>
                <a:cs typeface="Segoe UI"/>
              </a:defRPr>
            </a:lvl3pPr>
            <a:lvl4pPr>
              <a:defRPr sz="2250" b="1">
                <a:solidFill>
                  <a:srgbClr val="102D3B"/>
                </a:solidFill>
                <a:latin typeface="Segoe UI"/>
                <a:ea typeface="Segoe UI"/>
                <a:cs typeface="Segoe UI"/>
              </a:defRPr>
            </a:lvl4pPr>
            <a:lvl5pPr>
              <a:defRPr sz="2250" b="1">
                <a:solidFill>
                  <a:srgbClr val="102D3B"/>
                </a:solidFill>
                <a:latin typeface="Segoe UI"/>
                <a:ea typeface="Segoe UI"/>
                <a:cs typeface="Segoe UI"/>
              </a:defRPr>
            </a:lvl5pPr>
            <a:lvl6pPr>
              <a:defRPr sz="2250" b="1">
                <a:solidFill>
                  <a:srgbClr val="102D3B"/>
                </a:solidFill>
                <a:latin typeface="Segoe UI"/>
                <a:ea typeface="Segoe UI"/>
                <a:cs typeface="Segoe UI"/>
              </a:defRPr>
            </a:lvl6pPr>
            <a:lvl7pPr>
              <a:defRPr sz="2250" b="1">
                <a:solidFill>
                  <a:srgbClr val="102D3B"/>
                </a:solidFill>
                <a:latin typeface="Segoe UI"/>
                <a:ea typeface="Segoe UI"/>
                <a:cs typeface="Segoe UI"/>
              </a:defRPr>
            </a:lvl7pPr>
            <a:lvl8pPr>
              <a:defRPr sz="2250" b="1">
                <a:solidFill>
                  <a:srgbClr val="102D3B"/>
                </a:solidFill>
                <a:latin typeface="Segoe UI"/>
                <a:ea typeface="Segoe UI"/>
                <a:cs typeface="Segoe UI"/>
              </a:defRPr>
            </a:lvl8pPr>
            <a:lvl9pPr>
              <a:defRPr sz="2250" b="1">
                <a:solidFill>
                  <a:srgbClr val="102D3B"/>
                </a:solidFill>
                <a:latin typeface="Segoe UI"/>
                <a:ea typeface="Segoe UI"/>
                <a:cs typeface="Segoe UI"/>
              </a:defRPr>
            </a:lvl9pPr>
          </a:lstStyle>
          <a:p xmlns:a="http://schemas.openxmlformats.org/drawingml/2006/main">
            <a:pPr>
              <a:defRPr sz="2250" b="1">
                <a:solidFill>
                  <a:srgbClr val="102D3B"/>
                </a:solidFill>
                <a:latin typeface="Segoe UI"/>
                <a:ea typeface="Segoe UI"/>
                <a:cs typeface="Segoe UI"/>
              </a:defRPr>
            </a:pPr>
            <a:r>
              <a:rPr sz="2250" b="1">
                <a:solidFill>
                  <a:srgbClr val="102D3B"/>
                </a:solidFill>
                <a:latin typeface="Segoe UI"/>
                <a:ea typeface="Segoe UI"/>
                <a:cs typeface="Segoe UI"/>
              </a:rPr>
              <a:t>Mamdani ile gönderim sınırı</a:t>
            </a:r>
          </a:p>
        </p:txBody>
      </p:sp>
      <p:sp>
        <p:nvSpPr>
          <p:cNvPr id="14" name="">
            <a:extLst xmlns:a="http://schemas.openxmlformats.org/drawingml/2006/main">
              <a:ext uri="{FF2B5EF4-FFF2-40B4-BE49-F238E27FC236}">
                <a16:creationId xmlns:a16="http://schemas.microsoft.com/office/drawing/2014/main" id="{720E0C2D-E4B2-4743-BF8D-360D747CC346}"/>
              </a:ext>
            </a:extLst>
          </p:cNvPr>
          <p:cNvSpPr>
            <a:spLocks xmlns:a="http://schemas.openxmlformats.org/drawingml/2006/main" noGrp="1"/>
          </p:cNvSpPr>
          <p:nvPr/>
        </p:nvSpPr>
        <p:spPr>
          <a:xfrm xmlns:a="http://schemas.openxmlformats.org/drawingml/2006/main">
            <a:off x="6457950" y="2800350"/>
            <a:ext cx="5191125" cy="1295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57717A"/>
                </a:solidFill>
                <a:latin typeface="Segoe UI"/>
                <a:ea typeface="Segoe UI"/>
                <a:cs typeface="Segoe UI"/>
              </a:defRPr>
            </a:defPPr>
            <a:lvl1pPr>
              <a:defRPr sz="1950" b="0">
                <a:solidFill>
                  <a:srgbClr val="57717A"/>
                </a:solidFill>
                <a:latin typeface="Segoe UI"/>
                <a:ea typeface="Segoe UI"/>
                <a:cs typeface="Segoe UI"/>
              </a:defRPr>
            </a:lvl1pPr>
            <a:lvl2pPr>
              <a:defRPr sz="1950" b="0">
                <a:solidFill>
                  <a:srgbClr val="57717A"/>
                </a:solidFill>
                <a:latin typeface="Segoe UI"/>
                <a:ea typeface="Segoe UI"/>
                <a:cs typeface="Segoe UI"/>
              </a:defRPr>
            </a:lvl2pPr>
            <a:lvl3pPr>
              <a:defRPr sz="1950" b="0">
                <a:solidFill>
                  <a:srgbClr val="57717A"/>
                </a:solidFill>
                <a:latin typeface="Segoe UI"/>
                <a:ea typeface="Segoe UI"/>
                <a:cs typeface="Segoe UI"/>
              </a:defRPr>
            </a:lvl3pPr>
            <a:lvl4pPr>
              <a:defRPr sz="1950" b="0">
                <a:solidFill>
                  <a:srgbClr val="57717A"/>
                </a:solidFill>
                <a:latin typeface="Segoe UI"/>
                <a:ea typeface="Segoe UI"/>
                <a:cs typeface="Segoe UI"/>
              </a:defRPr>
            </a:lvl4pPr>
            <a:lvl5pPr>
              <a:defRPr sz="1950" b="0">
                <a:solidFill>
                  <a:srgbClr val="57717A"/>
                </a:solidFill>
                <a:latin typeface="Segoe UI"/>
                <a:ea typeface="Segoe UI"/>
                <a:cs typeface="Segoe UI"/>
              </a:defRPr>
            </a:lvl5pPr>
            <a:lvl6pPr>
              <a:defRPr sz="1950" b="0">
                <a:solidFill>
                  <a:srgbClr val="57717A"/>
                </a:solidFill>
                <a:latin typeface="Segoe UI"/>
                <a:ea typeface="Segoe UI"/>
                <a:cs typeface="Segoe UI"/>
              </a:defRPr>
            </a:lvl6pPr>
            <a:lvl7pPr>
              <a:defRPr sz="1950" b="0">
                <a:solidFill>
                  <a:srgbClr val="57717A"/>
                </a:solidFill>
                <a:latin typeface="Segoe UI"/>
                <a:ea typeface="Segoe UI"/>
                <a:cs typeface="Segoe UI"/>
              </a:defRPr>
            </a:lvl7pPr>
            <a:lvl8pPr>
              <a:defRPr sz="1950" b="0">
                <a:solidFill>
                  <a:srgbClr val="57717A"/>
                </a:solidFill>
                <a:latin typeface="Segoe UI"/>
                <a:ea typeface="Segoe UI"/>
                <a:cs typeface="Segoe UI"/>
              </a:defRPr>
            </a:lvl8pPr>
            <a:lvl9pPr>
              <a:defRPr sz="1950" b="0">
                <a:solidFill>
                  <a:srgbClr val="57717A"/>
                </a:solidFill>
                <a:latin typeface="Segoe UI"/>
                <a:ea typeface="Segoe UI"/>
                <a:cs typeface="Segoe UI"/>
              </a:defRPr>
            </a:lvl9pPr>
          </a:lstStyle>
          <a:p xmlns:a="http://schemas.openxmlformats.org/drawingml/2006/main">
            <a:pPr>
              <a:defRPr sz="1950" b="0">
                <a:solidFill>
                  <a:srgbClr val="57717A"/>
                </a:solidFill>
                <a:latin typeface="Segoe UI"/>
                <a:ea typeface="Segoe UI"/>
                <a:cs typeface="Segoe UI"/>
              </a:defRPr>
            </a:pPr>
            <a:r>
              <a:rPr sz="1950" b="0">
                <a:solidFill>
                  <a:srgbClr val="57717A"/>
                </a:solidFill>
                <a:latin typeface="Segoe UI"/>
                <a:ea typeface="Segoe UI"/>
                <a:cs typeface="Segoe UI"/>
              </a:rPr>
              <a:t>Güvenlik puanı ve değerlendirme genişliğinden</a:t>
            </a:r>
          </a:p>
          <a:p xmlns:a="http://schemas.openxmlformats.org/drawingml/2006/main">
            <a:pPr>
              <a:defRPr sz="1950" b="0">
                <a:solidFill>
                  <a:srgbClr val="57717A"/>
                </a:solidFill>
                <a:latin typeface="Segoe UI"/>
                <a:ea typeface="Segoe UI"/>
                <a:cs typeface="Segoe UI"/>
              </a:defRPr>
            </a:pPr>
            <a:r>
              <a:rPr sz="1950" b="0">
                <a:solidFill>
                  <a:srgbClr val="57717A"/>
                </a:solidFill>
                <a:latin typeface="Segoe UI"/>
                <a:ea typeface="Segoe UI"/>
                <a:cs typeface="Segoe UI"/>
              </a:rPr>
              <a:t>her görev için izin verilen üst oranı üretir.</a:t>
            </a:r>
          </a:p>
          <a:p xmlns:a="http://schemas.openxmlformats.org/drawingml/2006/main">
            <a:pPr>
              <a:defRPr sz="1950" b="0">
                <a:solidFill>
                  <a:srgbClr val="57717A"/>
                </a:solidFill>
                <a:latin typeface="Segoe UI"/>
                <a:ea typeface="Segoe UI"/>
                <a:cs typeface="Segoe UI"/>
              </a:defRPr>
            </a:pPr>
            <a:r>
              <a:rPr sz="1950" b="0">
                <a:solidFill>
                  <a:srgbClr val="57717A"/>
                </a:solidFill>
                <a:latin typeface="Segoe UI"/>
                <a:ea typeface="Segoe UI"/>
                <a:cs typeface="Segoe UI"/>
              </a:rPr>
              <a:t>Amaç: açıklanabilir, daha temkinli bir tercih.</a:t>
            </a:r>
          </a:p>
        </p:txBody>
      </p:sp>
      <p:sp>
        <p:nvSpPr>
          <p:cNvPr id="15" name="">
            <a:extLst xmlns:a="http://schemas.openxmlformats.org/drawingml/2006/main">
              <a:ext uri="{FF2B5EF4-FFF2-40B4-BE49-F238E27FC236}">
                <a16:creationId xmlns:a16="http://schemas.microsoft.com/office/drawing/2014/main" id="{A9179FA6-1556-4F2C-B5E9-E00F6E5EF544}"/>
              </a:ext>
            </a:extLst>
          </p:cNvPr>
          <p:cNvSpPr>
            <a:spLocks xmlns:a="http://schemas.openxmlformats.org/drawingml/2006/main" noGrp="1"/>
          </p:cNvSpPr>
          <p:nvPr/>
        </p:nvSpPr>
        <p:spPr>
          <a:xfrm xmlns:a="http://schemas.openxmlformats.org/drawingml/2006/main">
            <a:off x="6457950" y="4343400"/>
            <a:ext cx="51911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102D3B"/>
                </a:solidFill>
                <a:latin typeface="Segoe UI"/>
                <a:ea typeface="Segoe UI"/>
                <a:cs typeface="Segoe UI"/>
              </a:defRPr>
            </a:defPPr>
            <a:lvl1pPr>
              <a:defRPr sz="2250" b="1">
                <a:solidFill>
                  <a:srgbClr val="102D3B"/>
                </a:solidFill>
                <a:latin typeface="Segoe UI"/>
                <a:ea typeface="Segoe UI"/>
                <a:cs typeface="Segoe UI"/>
              </a:defRPr>
            </a:lvl1pPr>
            <a:lvl2pPr>
              <a:defRPr sz="2250" b="1">
                <a:solidFill>
                  <a:srgbClr val="102D3B"/>
                </a:solidFill>
                <a:latin typeface="Segoe UI"/>
                <a:ea typeface="Segoe UI"/>
                <a:cs typeface="Segoe UI"/>
              </a:defRPr>
            </a:lvl2pPr>
            <a:lvl3pPr>
              <a:defRPr sz="2250" b="1">
                <a:solidFill>
                  <a:srgbClr val="102D3B"/>
                </a:solidFill>
                <a:latin typeface="Segoe UI"/>
                <a:ea typeface="Segoe UI"/>
                <a:cs typeface="Segoe UI"/>
              </a:defRPr>
            </a:lvl3pPr>
            <a:lvl4pPr>
              <a:defRPr sz="2250" b="1">
                <a:solidFill>
                  <a:srgbClr val="102D3B"/>
                </a:solidFill>
                <a:latin typeface="Segoe UI"/>
                <a:ea typeface="Segoe UI"/>
                <a:cs typeface="Segoe UI"/>
              </a:defRPr>
            </a:lvl4pPr>
            <a:lvl5pPr>
              <a:defRPr sz="2250" b="1">
                <a:solidFill>
                  <a:srgbClr val="102D3B"/>
                </a:solidFill>
                <a:latin typeface="Segoe UI"/>
                <a:ea typeface="Segoe UI"/>
                <a:cs typeface="Segoe UI"/>
              </a:defRPr>
            </a:lvl5pPr>
            <a:lvl6pPr>
              <a:defRPr sz="2250" b="1">
                <a:solidFill>
                  <a:srgbClr val="102D3B"/>
                </a:solidFill>
                <a:latin typeface="Segoe UI"/>
                <a:ea typeface="Segoe UI"/>
                <a:cs typeface="Segoe UI"/>
              </a:defRPr>
            </a:lvl6pPr>
            <a:lvl7pPr>
              <a:defRPr sz="2250" b="1">
                <a:solidFill>
                  <a:srgbClr val="102D3B"/>
                </a:solidFill>
                <a:latin typeface="Segoe UI"/>
                <a:ea typeface="Segoe UI"/>
                <a:cs typeface="Segoe UI"/>
              </a:defRPr>
            </a:lvl7pPr>
            <a:lvl8pPr>
              <a:defRPr sz="2250" b="1">
                <a:solidFill>
                  <a:srgbClr val="102D3B"/>
                </a:solidFill>
                <a:latin typeface="Segoe UI"/>
                <a:ea typeface="Segoe UI"/>
                <a:cs typeface="Segoe UI"/>
              </a:defRPr>
            </a:lvl8pPr>
            <a:lvl9pPr>
              <a:defRPr sz="2250" b="1">
                <a:solidFill>
                  <a:srgbClr val="102D3B"/>
                </a:solidFill>
                <a:latin typeface="Segoe UI"/>
                <a:ea typeface="Segoe UI"/>
                <a:cs typeface="Segoe UI"/>
              </a:defRPr>
            </a:lvl9pPr>
          </a:lstStyle>
          <a:p xmlns:a="http://schemas.openxmlformats.org/drawingml/2006/main">
            <a:pPr>
              <a:defRPr sz="2250" b="1">
                <a:solidFill>
                  <a:srgbClr val="102D3B"/>
                </a:solidFill>
                <a:latin typeface="Segoe UI"/>
                <a:ea typeface="Segoe UI"/>
                <a:cs typeface="Segoe UI"/>
              </a:defRPr>
            </a:pPr>
            <a:r>
              <a:rPr sz="2250" b="1">
                <a:solidFill>
                  <a:srgbClr val="102D3B"/>
                </a:solidFill>
                <a:latin typeface="Segoe UI"/>
                <a:ea typeface="Segoe UI"/>
                <a:cs typeface="Segoe UI"/>
              </a:rPr>
              <a:t>Analitik oran hesabı</a:t>
            </a:r>
          </a:p>
        </p:txBody>
      </p:sp>
      <p:sp>
        <p:nvSpPr>
          <p:cNvPr id="16" name="">
            <a:extLst xmlns:a="http://schemas.openxmlformats.org/drawingml/2006/main">
              <a:ext uri="{FF2B5EF4-FFF2-40B4-BE49-F238E27FC236}">
                <a16:creationId xmlns:a16="http://schemas.microsoft.com/office/drawing/2014/main" id="{0C735AAF-4323-4ED2-B45E-A7F5BCFF5063}"/>
              </a:ext>
            </a:extLst>
          </p:cNvPr>
          <p:cNvSpPr>
            <a:spLocks xmlns:a="http://schemas.openxmlformats.org/drawingml/2006/main" noGrp="1"/>
          </p:cNvSpPr>
          <p:nvPr/>
        </p:nvSpPr>
        <p:spPr>
          <a:xfrm xmlns:a="http://schemas.openxmlformats.org/drawingml/2006/main">
            <a:off x="6457950" y="4819650"/>
            <a:ext cx="51911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57717A"/>
                </a:solidFill>
                <a:latin typeface="Segoe UI"/>
                <a:ea typeface="Segoe UI"/>
                <a:cs typeface="Segoe UI"/>
              </a:defRPr>
            </a:defPPr>
            <a:lvl1pPr>
              <a:defRPr sz="1950" b="0">
                <a:solidFill>
                  <a:srgbClr val="57717A"/>
                </a:solidFill>
                <a:latin typeface="Segoe UI"/>
                <a:ea typeface="Segoe UI"/>
                <a:cs typeface="Segoe UI"/>
              </a:defRPr>
            </a:lvl1pPr>
            <a:lvl2pPr>
              <a:defRPr sz="1950" b="0">
                <a:solidFill>
                  <a:srgbClr val="57717A"/>
                </a:solidFill>
                <a:latin typeface="Segoe UI"/>
                <a:ea typeface="Segoe UI"/>
                <a:cs typeface="Segoe UI"/>
              </a:defRPr>
            </a:lvl2pPr>
            <a:lvl3pPr>
              <a:defRPr sz="1950" b="0">
                <a:solidFill>
                  <a:srgbClr val="57717A"/>
                </a:solidFill>
                <a:latin typeface="Segoe UI"/>
                <a:ea typeface="Segoe UI"/>
                <a:cs typeface="Segoe UI"/>
              </a:defRPr>
            </a:lvl3pPr>
            <a:lvl4pPr>
              <a:defRPr sz="1950" b="0">
                <a:solidFill>
                  <a:srgbClr val="57717A"/>
                </a:solidFill>
                <a:latin typeface="Segoe UI"/>
                <a:ea typeface="Segoe UI"/>
                <a:cs typeface="Segoe UI"/>
              </a:defRPr>
            </a:lvl4pPr>
            <a:lvl5pPr>
              <a:defRPr sz="1950" b="0">
                <a:solidFill>
                  <a:srgbClr val="57717A"/>
                </a:solidFill>
                <a:latin typeface="Segoe UI"/>
                <a:ea typeface="Segoe UI"/>
                <a:cs typeface="Segoe UI"/>
              </a:defRPr>
            </a:lvl5pPr>
            <a:lvl6pPr>
              <a:defRPr sz="1950" b="0">
                <a:solidFill>
                  <a:srgbClr val="57717A"/>
                </a:solidFill>
                <a:latin typeface="Segoe UI"/>
                <a:ea typeface="Segoe UI"/>
                <a:cs typeface="Segoe UI"/>
              </a:defRPr>
            </a:lvl6pPr>
            <a:lvl7pPr>
              <a:defRPr sz="1950" b="0">
                <a:solidFill>
                  <a:srgbClr val="57717A"/>
                </a:solidFill>
                <a:latin typeface="Segoe UI"/>
                <a:ea typeface="Segoe UI"/>
                <a:cs typeface="Segoe UI"/>
              </a:defRPr>
            </a:lvl7pPr>
            <a:lvl8pPr>
              <a:defRPr sz="1950" b="0">
                <a:solidFill>
                  <a:srgbClr val="57717A"/>
                </a:solidFill>
                <a:latin typeface="Segoe UI"/>
                <a:ea typeface="Segoe UI"/>
                <a:cs typeface="Segoe UI"/>
              </a:defRPr>
            </a:lvl8pPr>
            <a:lvl9pPr>
              <a:defRPr sz="1950" b="0">
                <a:solidFill>
                  <a:srgbClr val="57717A"/>
                </a:solidFill>
                <a:latin typeface="Segoe UI"/>
                <a:ea typeface="Segoe UI"/>
                <a:cs typeface="Segoe UI"/>
              </a:defRPr>
            </a:lvl9pPr>
          </a:lstStyle>
          <a:p xmlns:a="http://schemas.openxmlformats.org/drawingml/2006/main">
            <a:pPr>
              <a:defRPr sz="1950" b="0">
                <a:solidFill>
                  <a:srgbClr val="57717A"/>
                </a:solidFill>
                <a:latin typeface="Segoe UI"/>
                <a:ea typeface="Segoe UI"/>
                <a:cs typeface="Segoe UI"/>
              </a:defRPr>
            </a:pPr>
            <a:r>
              <a:rPr sz="1950" b="0">
                <a:solidFill>
                  <a:srgbClr val="57717A"/>
                </a:solidFill>
                <a:latin typeface="Segoe UI"/>
                <a:ea typeface="Segoe UI"/>
                <a:cs typeface="Segoe UI"/>
              </a:rPr>
              <a:t>Sunucu seçimi sabitken oranı doğrudan hesaplar.</a:t>
            </a:r>
          </a:p>
          <a:p xmlns:a="http://schemas.openxmlformats.org/drawingml/2006/main">
            <a:pPr>
              <a:defRPr sz="1950" b="0">
                <a:solidFill>
                  <a:srgbClr val="57717A"/>
                </a:solidFill>
                <a:latin typeface="Segoe UI"/>
                <a:ea typeface="Segoe UI"/>
                <a:cs typeface="Segoe UI"/>
              </a:defRPr>
            </a:pPr>
            <a:r>
              <a:rPr sz="1950" b="0">
                <a:solidFill>
                  <a:srgbClr val="57717A"/>
                </a:solidFill>
                <a:latin typeface="Segoe UI"/>
                <a:ea typeface="Segoe UI"/>
                <a:cs typeface="Segoe UI"/>
              </a:rPr>
              <a:t>Amaç: aynı modeli daha kısa sürede çözmek.</a:t>
            </a:r>
          </a:p>
        </p:txBody>
      </p:sp>
      <p:sp>
        <p:nvSpPr>
          <p:cNvPr id="17" name="">
            <a:extLst xmlns:a="http://schemas.openxmlformats.org/drawingml/2006/main">
              <a:ext uri="{FF2B5EF4-FFF2-40B4-BE49-F238E27FC236}">
                <a16:creationId xmlns:a16="http://schemas.microsoft.com/office/drawing/2014/main" id="{26D8F8DC-6C15-4B21-8FEE-8CDF8A5D718D}"/>
              </a:ext>
            </a:extLst>
          </p:cNvPr>
          <p:cNvSpPr>
            <a:spLocks xmlns:a="http://schemas.openxmlformats.org/drawingml/2006/main" noGrp="1"/>
          </p:cNvSpPr>
          <p:nvPr/>
        </p:nvSpPr>
        <p:spPr>
          <a:xfrm xmlns:a="http://schemas.openxmlformats.org/drawingml/2006/main">
            <a:off x="628650" y="6038850"/>
            <a:ext cx="106203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57717A"/>
                </a:solidFill>
                <a:latin typeface="Segoe UI"/>
                <a:ea typeface="Segoe UI"/>
                <a:cs typeface="Segoe UI"/>
              </a:defRPr>
            </a:defPPr>
            <a:lvl1pPr>
              <a:defRPr sz="1725" b="0">
                <a:solidFill>
                  <a:srgbClr val="57717A"/>
                </a:solidFill>
                <a:latin typeface="Segoe UI"/>
                <a:ea typeface="Segoe UI"/>
                <a:cs typeface="Segoe UI"/>
              </a:defRPr>
            </a:lvl1pPr>
            <a:lvl2pPr>
              <a:defRPr sz="1725" b="0">
                <a:solidFill>
                  <a:srgbClr val="57717A"/>
                </a:solidFill>
                <a:latin typeface="Segoe UI"/>
                <a:ea typeface="Segoe UI"/>
                <a:cs typeface="Segoe UI"/>
              </a:defRPr>
            </a:lvl2pPr>
            <a:lvl3pPr>
              <a:defRPr sz="1725" b="0">
                <a:solidFill>
                  <a:srgbClr val="57717A"/>
                </a:solidFill>
                <a:latin typeface="Segoe UI"/>
                <a:ea typeface="Segoe UI"/>
                <a:cs typeface="Segoe UI"/>
              </a:defRPr>
            </a:lvl3pPr>
            <a:lvl4pPr>
              <a:defRPr sz="1725" b="0">
                <a:solidFill>
                  <a:srgbClr val="57717A"/>
                </a:solidFill>
                <a:latin typeface="Segoe UI"/>
                <a:ea typeface="Segoe UI"/>
                <a:cs typeface="Segoe UI"/>
              </a:defRPr>
            </a:lvl4pPr>
            <a:lvl5pPr>
              <a:defRPr sz="1725" b="0">
                <a:solidFill>
                  <a:srgbClr val="57717A"/>
                </a:solidFill>
                <a:latin typeface="Segoe UI"/>
                <a:ea typeface="Segoe UI"/>
                <a:cs typeface="Segoe UI"/>
              </a:defRPr>
            </a:lvl5pPr>
            <a:lvl6pPr>
              <a:defRPr sz="1725" b="0">
                <a:solidFill>
                  <a:srgbClr val="57717A"/>
                </a:solidFill>
                <a:latin typeface="Segoe UI"/>
                <a:ea typeface="Segoe UI"/>
                <a:cs typeface="Segoe UI"/>
              </a:defRPr>
            </a:lvl6pPr>
            <a:lvl7pPr>
              <a:defRPr sz="1725" b="0">
                <a:solidFill>
                  <a:srgbClr val="57717A"/>
                </a:solidFill>
                <a:latin typeface="Segoe UI"/>
                <a:ea typeface="Segoe UI"/>
                <a:cs typeface="Segoe UI"/>
              </a:defRPr>
            </a:lvl7pPr>
            <a:lvl8pPr>
              <a:defRPr sz="1725" b="0">
                <a:solidFill>
                  <a:srgbClr val="57717A"/>
                </a:solidFill>
                <a:latin typeface="Segoe UI"/>
                <a:ea typeface="Segoe UI"/>
                <a:cs typeface="Segoe UI"/>
              </a:defRPr>
            </a:lvl8pPr>
            <a:lvl9pPr>
              <a:defRPr sz="1725" b="0">
                <a:solidFill>
                  <a:srgbClr val="57717A"/>
                </a:solidFill>
                <a:latin typeface="Segoe UI"/>
                <a:ea typeface="Segoe UI"/>
                <a:cs typeface="Segoe UI"/>
              </a:defRPr>
            </a:lvl9pPr>
          </a:lstStyle>
          <a:p xmlns:a="http://schemas.openxmlformats.org/drawingml/2006/main">
            <a:pPr>
              <a:defRPr sz="1725" b="0">
                <a:solidFill>
                  <a:srgbClr val="57717A"/>
                </a:solidFill>
                <a:latin typeface="Segoe UI"/>
                <a:ea typeface="Segoe UI"/>
                <a:cs typeface="Segoe UI"/>
              </a:defRPr>
            </a:pPr>
            <a:r>
              <a:rPr sz="1725" b="0">
                <a:solidFill>
                  <a:srgbClr val="57717A"/>
                </a:solidFill>
                <a:latin typeface="Segoe UI"/>
                <a:ea typeface="Segoe UI"/>
                <a:cs typeface="Segoe UI"/>
              </a:rPr>
              <a:t>Temel kaynak: Jin ve diğerleri, Scientific Reports, 2024</a:t>
            </a:r>
          </a:p>
        </p:txBody>
      </p:sp>
    </p:spTree>
    <p:extLst>
      <p:ext uri="{BB962C8B-B14F-4D97-AF65-F5344CB8AC3E}">
        <p14:creationId xmlns:p14="http://schemas.microsoft.com/office/powerpoint/2010/main" val="1813031099"/>
      </p:ext>
    </p:extLst>
  </p:cSld>
</p:sld>
</file>

<file path=ppt/slides/slide6.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96A3A993-5DBE-4592-9817-24E07FF6A033}"/>
              </a:ext>
            </a:extLst>
          </p:cNvPr>
          <p:cNvPicPr>
            <a:picLocks xmlns:a="http://schemas.openxmlformats.org/drawingml/2006/main" noChangeAspect="1"/>
          </p:cNvPicPr>
          <p:nvPr/>
        </p:nvPicPr>
        <p:blipFill>
          <a:blip xmlns:r="http://schemas.openxmlformats.org/officeDocument/2006/relationships" xmlns:a="http://schemas.openxmlformats.org/drawingml/2006/main" r:embed="R6475c73a415348a7"/>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3" name="title">
            <a:extLst xmlns:a="http://schemas.openxmlformats.org/drawingml/2006/main">
              <a:ext uri="{FF2B5EF4-FFF2-40B4-BE49-F238E27FC236}">
                <a16:creationId xmlns:a16="http://schemas.microsoft.com/office/drawing/2014/main" id="{F9119A0F-243D-47C2-BDBC-B8AEC20D0B43}"/>
              </a:ext>
            </a:extLst>
          </p:cNvPr>
          <p:cNvSpPr>
            <a:spLocks xmlns:a="http://schemas.openxmlformats.org/drawingml/2006/main" noGrp="1"/>
          </p:cNvSpPr>
          <p:nvPr/>
        </p:nvSpPr>
        <p:spPr>
          <a:xfrm xmlns:a="http://schemas.openxmlformats.org/drawingml/2006/main">
            <a:off x="628650" y="457200"/>
            <a:ext cx="109347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600" b="1">
                <a:solidFill>
                  <a:srgbClr val="102D3B"/>
                </a:solidFill>
                <a:latin typeface="Segoe UI"/>
                <a:ea typeface="Segoe UI"/>
                <a:cs typeface="Segoe UI"/>
              </a:defRPr>
            </a:defPPr>
            <a:lvl1pPr>
              <a:defRPr sz="3600" b="1">
                <a:solidFill>
                  <a:srgbClr val="102D3B"/>
                </a:solidFill>
                <a:latin typeface="Segoe UI"/>
                <a:ea typeface="Segoe UI"/>
                <a:cs typeface="Segoe UI"/>
              </a:defRPr>
            </a:lvl1pPr>
            <a:lvl2pPr>
              <a:defRPr sz="3600" b="1">
                <a:solidFill>
                  <a:srgbClr val="102D3B"/>
                </a:solidFill>
                <a:latin typeface="Segoe UI"/>
                <a:ea typeface="Segoe UI"/>
                <a:cs typeface="Segoe UI"/>
              </a:defRPr>
            </a:lvl2pPr>
            <a:lvl3pPr>
              <a:defRPr sz="3600" b="1">
                <a:solidFill>
                  <a:srgbClr val="102D3B"/>
                </a:solidFill>
                <a:latin typeface="Segoe UI"/>
                <a:ea typeface="Segoe UI"/>
                <a:cs typeface="Segoe UI"/>
              </a:defRPr>
            </a:lvl3pPr>
            <a:lvl4pPr>
              <a:defRPr sz="3600" b="1">
                <a:solidFill>
                  <a:srgbClr val="102D3B"/>
                </a:solidFill>
                <a:latin typeface="Segoe UI"/>
                <a:ea typeface="Segoe UI"/>
                <a:cs typeface="Segoe UI"/>
              </a:defRPr>
            </a:lvl4pPr>
            <a:lvl5pPr>
              <a:defRPr sz="3600" b="1">
                <a:solidFill>
                  <a:srgbClr val="102D3B"/>
                </a:solidFill>
                <a:latin typeface="Segoe UI"/>
                <a:ea typeface="Segoe UI"/>
                <a:cs typeface="Segoe UI"/>
              </a:defRPr>
            </a:lvl5pPr>
            <a:lvl6pPr>
              <a:defRPr sz="3600" b="1">
                <a:solidFill>
                  <a:srgbClr val="102D3B"/>
                </a:solidFill>
                <a:latin typeface="Segoe UI"/>
                <a:ea typeface="Segoe UI"/>
                <a:cs typeface="Segoe UI"/>
              </a:defRPr>
            </a:lvl6pPr>
            <a:lvl7pPr>
              <a:defRPr sz="3600" b="1">
                <a:solidFill>
                  <a:srgbClr val="102D3B"/>
                </a:solidFill>
                <a:latin typeface="Segoe UI"/>
                <a:ea typeface="Segoe UI"/>
                <a:cs typeface="Segoe UI"/>
              </a:defRPr>
            </a:lvl7pPr>
            <a:lvl8pPr>
              <a:defRPr sz="3600" b="1">
                <a:solidFill>
                  <a:srgbClr val="102D3B"/>
                </a:solidFill>
                <a:latin typeface="Segoe UI"/>
                <a:ea typeface="Segoe UI"/>
                <a:cs typeface="Segoe UI"/>
              </a:defRPr>
            </a:lvl8pPr>
            <a:lvl9pPr>
              <a:defRPr sz="3600" b="1">
                <a:solidFill>
                  <a:srgbClr val="102D3B"/>
                </a:solidFill>
                <a:latin typeface="Segoe UI"/>
                <a:ea typeface="Segoe UI"/>
                <a:cs typeface="Segoe UI"/>
              </a:defRPr>
            </a:lvl9pPr>
          </a:lstStyle>
          <a:p xmlns:a="http://schemas.openxmlformats.org/drawingml/2006/main">
            <a:pPr>
              <a:defRPr sz="3600" b="1">
                <a:solidFill>
                  <a:srgbClr val="102D3B"/>
                </a:solidFill>
                <a:latin typeface="Segoe UI"/>
                <a:ea typeface="Segoe UI"/>
                <a:cs typeface="Segoe UI"/>
              </a:defRPr>
            </a:pPr>
            <a:r>
              <a:rPr sz="3600" b="1">
                <a:solidFill>
                  <a:srgbClr val="102D3B"/>
                </a:solidFill>
                <a:latin typeface="Segoe UI"/>
                <a:ea typeface="Segoe UI"/>
                <a:cs typeface="Segoe UI"/>
              </a:rPr>
              <a:t>Güncel literatürle karşılaştırma</a:t>
            </a:r>
          </a:p>
        </p:txBody>
      </p:sp>
      <p:sp>
        <p:nvSpPr>
          <p:cNvPr id="4" name="page">
            <a:extLst xmlns:a="http://schemas.openxmlformats.org/drawingml/2006/main">
              <a:ext uri="{FF2B5EF4-FFF2-40B4-BE49-F238E27FC236}">
                <a16:creationId xmlns:a16="http://schemas.microsoft.com/office/drawing/2014/main" id="{1209282A-1153-4237-AE25-788883743A46}"/>
              </a:ext>
            </a:extLst>
          </p:cNvPr>
          <p:cNvSpPr>
            <a:spLocks xmlns:a="http://schemas.openxmlformats.org/drawingml/2006/main" noGrp="1"/>
          </p:cNvSpPr>
          <p:nvPr/>
        </p:nvSpPr>
        <p:spPr>
          <a:xfrm xmlns:a="http://schemas.openxmlformats.org/drawingml/2006/main">
            <a:off x="11182350" y="6334125"/>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57717A"/>
                </a:solidFill>
                <a:latin typeface="Segoe UI"/>
                <a:ea typeface="Segoe UI"/>
                <a:cs typeface="Segoe UI"/>
              </a:defRPr>
            </a:defPPr>
            <a:lvl1pPr>
              <a:defRPr sz="1575" b="0">
                <a:solidFill>
                  <a:srgbClr val="57717A"/>
                </a:solidFill>
                <a:latin typeface="Segoe UI"/>
                <a:ea typeface="Segoe UI"/>
                <a:cs typeface="Segoe UI"/>
              </a:defRPr>
            </a:lvl1pPr>
            <a:lvl2pPr>
              <a:defRPr sz="1575" b="0">
                <a:solidFill>
                  <a:srgbClr val="57717A"/>
                </a:solidFill>
                <a:latin typeface="Segoe UI"/>
                <a:ea typeface="Segoe UI"/>
                <a:cs typeface="Segoe UI"/>
              </a:defRPr>
            </a:lvl2pPr>
            <a:lvl3pPr>
              <a:defRPr sz="1575" b="0">
                <a:solidFill>
                  <a:srgbClr val="57717A"/>
                </a:solidFill>
                <a:latin typeface="Segoe UI"/>
                <a:ea typeface="Segoe UI"/>
                <a:cs typeface="Segoe UI"/>
              </a:defRPr>
            </a:lvl3pPr>
            <a:lvl4pPr>
              <a:defRPr sz="1575" b="0">
                <a:solidFill>
                  <a:srgbClr val="57717A"/>
                </a:solidFill>
                <a:latin typeface="Segoe UI"/>
                <a:ea typeface="Segoe UI"/>
                <a:cs typeface="Segoe UI"/>
              </a:defRPr>
            </a:lvl4pPr>
            <a:lvl5pPr>
              <a:defRPr sz="1575" b="0">
                <a:solidFill>
                  <a:srgbClr val="57717A"/>
                </a:solidFill>
                <a:latin typeface="Segoe UI"/>
                <a:ea typeface="Segoe UI"/>
                <a:cs typeface="Segoe UI"/>
              </a:defRPr>
            </a:lvl5pPr>
            <a:lvl6pPr>
              <a:defRPr sz="1575" b="0">
                <a:solidFill>
                  <a:srgbClr val="57717A"/>
                </a:solidFill>
                <a:latin typeface="Segoe UI"/>
                <a:ea typeface="Segoe UI"/>
                <a:cs typeface="Segoe UI"/>
              </a:defRPr>
            </a:lvl6pPr>
            <a:lvl7pPr>
              <a:defRPr sz="1575" b="0">
                <a:solidFill>
                  <a:srgbClr val="57717A"/>
                </a:solidFill>
                <a:latin typeface="Segoe UI"/>
                <a:ea typeface="Segoe UI"/>
                <a:cs typeface="Segoe UI"/>
              </a:defRPr>
            </a:lvl7pPr>
            <a:lvl8pPr>
              <a:defRPr sz="1575" b="0">
                <a:solidFill>
                  <a:srgbClr val="57717A"/>
                </a:solidFill>
                <a:latin typeface="Segoe UI"/>
                <a:ea typeface="Segoe UI"/>
                <a:cs typeface="Segoe UI"/>
              </a:defRPr>
            </a:lvl8pPr>
            <a:lvl9pPr>
              <a:defRPr sz="1575" b="0">
                <a:solidFill>
                  <a:srgbClr val="57717A"/>
                </a:solidFill>
                <a:latin typeface="Segoe UI"/>
                <a:ea typeface="Segoe UI"/>
                <a:cs typeface="Segoe UI"/>
              </a:defRPr>
            </a:lvl9pPr>
          </a:lstStyle>
          <a:p xmlns:a="http://schemas.openxmlformats.org/drawingml/2006/main">
            <a:pPr>
              <a:defRPr sz="1575" b="0">
                <a:solidFill>
                  <a:srgbClr val="57717A"/>
                </a:solidFill>
                <a:latin typeface="Segoe UI"/>
                <a:ea typeface="Segoe UI"/>
                <a:cs typeface="Segoe UI"/>
              </a:defRPr>
            </a:pPr>
            <a:r>
              <a:rPr sz="1575" b="0">
                <a:solidFill>
                  <a:srgbClr val="57717A"/>
                </a:solidFill>
                <a:latin typeface="Segoe UI"/>
                <a:ea typeface="Segoe UI"/>
                <a:cs typeface="Segoe UI"/>
              </a:rPr>
              <a:t>06</a:t>
            </a:r>
          </a:p>
        </p:txBody>
      </p:sp>
      <p:sp>
        <p:nvSpPr>
          <p:cNvPr id="5" name="literature-intro">
            <a:extLst xmlns:a="http://schemas.openxmlformats.org/drawingml/2006/main">
              <a:ext uri="{FF2B5EF4-FFF2-40B4-BE49-F238E27FC236}">
                <a16:creationId xmlns:a16="http://schemas.microsoft.com/office/drawing/2014/main" id="{D887A92F-69C2-477A-A89E-BDDFCD595FB1}"/>
              </a:ext>
            </a:extLst>
          </p:cNvPr>
          <p:cNvSpPr>
            <a:spLocks xmlns:a="http://schemas.openxmlformats.org/drawingml/2006/main" noGrp="1"/>
          </p:cNvSpPr>
          <p:nvPr/>
        </p:nvSpPr>
        <p:spPr>
          <a:xfrm xmlns:a="http://schemas.openxmlformats.org/drawingml/2006/main">
            <a:off x="628650" y="1285875"/>
            <a:ext cx="109347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75" b="0">
                <a:solidFill>
                  <a:srgbClr val="57717A"/>
                </a:solidFill>
              </a:defRPr>
            </a:defPPr>
            <a:lvl1pPr>
              <a:defRPr sz="2175" b="0">
                <a:solidFill>
                  <a:srgbClr val="57717A"/>
                </a:solidFill>
              </a:defRPr>
            </a:lvl1pPr>
            <a:lvl2pPr>
              <a:defRPr sz="2175" b="0">
                <a:solidFill>
                  <a:srgbClr val="57717A"/>
                </a:solidFill>
              </a:defRPr>
            </a:lvl2pPr>
            <a:lvl3pPr>
              <a:defRPr sz="2175" b="0">
                <a:solidFill>
                  <a:srgbClr val="57717A"/>
                </a:solidFill>
              </a:defRPr>
            </a:lvl3pPr>
            <a:lvl4pPr>
              <a:defRPr sz="2175" b="0">
                <a:solidFill>
                  <a:srgbClr val="57717A"/>
                </a:solidFill>
              </a:defRPr>
            </a:lvl4pPr>
            <a:lvl5pPr>
              <a:defRPr sz="2175" b="0">
                <a:solidFill>
                  <a:srgbClr val="57717A"/>
                </a:solidFill>
              </a:defRPr>
            </a:lvl5pPr>
            <a:lvl6pPr>
              <a:defRPr sz="2175" b="0">
                <a:solidFill>
                  <a:srgbClr val="57717A"/>
                </a:solidFill>
              </a:defRPr>
            </a:lvl6pPr>
            <a:lvl7pPr>
              <a:defRPr sz="2175" b="0">
                <a:solidFill>
                  <a:srgbClr val="57717A"/>
                </a:solidFill>
              </a:defRPr>
            </a:lvl7pPr>
            <a:lvl8pPr>
              <a:defRPr sz="2175" b="0">
                <a:solidFill>
                  <a:srgbClr val="57717A"/>
                </a:solidFill>
              </a:defRPr>
            </a:lvl8pPr>
            <a:lvl9pPr>
              <a:defRPr sz="2175" b="0">
                <a:solidFill>
                  <a:srgbClr val="57717A"/>
                </a:solidFill>
              </a:defRPr>
            </a:lvl9pPr>
          </a:lstStyle>
          <a:p xmlns:a="http://schemas.openxmlformats.org/drawingml/2006/main">
            <a:pPr>
              <a:defRPr sz="2175" b="0">
                <a:solidFill>
                  <a:srgbClr val="57717A"/>
                </a:solidFill>
              </a:defRPr>
            </a:pPr>
            <a:r>
              <a:rPr sz="2175" b="0">
                <a:solidFill>
                  <a:srgbClr val="57717A"/>
                </a:solidFill>
              </a:rPr>
              <a:t>Bulanık mantığın rolü, ürettiği karara göre değişiyor.</a:t>
            </a:r>
          </a:p>
        </p:txBody>
      </p:sp>
      <p:graphicFrame>
        <p:nvGraphicFramePr>
          <p:cNvPr id="6" name="">
            <a:extLst xmlns:a="http://schemas.openxmlformats.org/drawingml/2006/main">
              <a:ext uri="{FF2B5EF4-FFF2-40B4-BE49-F238E27FC236}">
                <a16:creationId xmlns:a16="http://schemas.microsoft.com/office/drawing/2014/main" id="{7FCAFCEF-C33E-48B6-B0F7-C4C278A1AB79}"/>
              </a:ext>
            </a:extLst>
          </p:cNvPr>
          <p:cNvGraphicFramePr/>
          <p:nvPr/>
        </p:nvGraphicFramePr>
        <p:xfrm>
          <a:off xmlns:a="http://schemas.openxmlformats.org/drawingml/2006/main" x="628650" y="1876425"/>
          <a:ext xmlns:a="http://schemas.openxmlformats.org/drawingml/2006/main" cx="10934700" cy="3905250"/>
        </p:xfrm>
        <a:graphic xmlns:a="http://schemas.openxmlformats.org/drawingml/2006/main">
          <a:graphicData uri="http://schemas.openxmlformats.org/drawingml/2006/table">
            <a:tbl>
              <a:tblPr firstRow="1" bandRow="0"/>
              <a:tblGrid>
                <a:gridCol w="2571750"/>
                <a:gridCol w="3829050"/>
                <a:gridCol w="4533900"/>
              </a:tblGrid>
              <a:tr h="590550">
                <a:tc>
                  <a:txBody>
                    <a:bodyPr/>
                    <a:lstStyle/>
                    <a:p>
                      <a:r>
                        <a:rPr sz="2025" b="1">
                          <a:solidFill>
                            <a:srgbClr val="FFFFFF"/>
                          </a:solidFill>
                        </a:rPr>
                        <a:t>Çalışma</a:t>
                      </a:r>
                    </a:p>
                  </a:txBody>
                  <a:tcPr marL="91440" marR="91440" marT="45720" marB="45720">
                    <a:lnL w="9525">
                      <a:solidFill>
                        <a:srgbClr val="C4D2D0"/>
                      </a:solidFill>
                      <a:prstDash val="solid"/>
                    </a:lnL>
                    <a:lnR w="9525">
                      <a:solidFill>
                        <a:srgbClr val="C4D2D0"/>
                      </a:solidFill>
                      <a:prstDash val="solid"/>
                    </a:lnR>
                    <a:lnT w="9525">
                      <a:solidFill>
                        <a:srgbClr val="C4D2D0"/>
                      </a:solidFill>
                      <a:prstDash val="solid"/>
                    </a:lnT>
                    <a:lnB w="9525">
                      <a:solidFill>
                        <a:srgbClr val="C4D2D0"/>
                      </a:solidFill>
                      <a:prstDash val="solid"/>
                    </a:lnB>
                    <a:solidFill>
                      <a:srgbClr val="102D3B"/>
                    </a:solidFill>
                  </a:tcPr>
                </a:tc>
                <a:tc>
                  <a:txBody>
                    <a:bodyPr/>
                    <a:lstStyle/>
                    <a:p>
                      <a:r>
                        <a:rPr sz="2025" b="1">
                          <a:solidFill>
                            <a:srgbClr val="FFFFFF"/>
                          </a:solidFill>
                        </a:rPr>
                        <a:t>Yöntem ve verdiği karar</a:t>
                      </a:r>
                    </a:p>
                  </a:txBody>
                  <a:tcPr marL="91440" marR="91440" marT="45720" marB="45720">
                    <a:lnR w="9525">
                      <a:solidFill>
                        <a:srgbClr val="C4D2D0"/>
                      </a:solidFill>
                      <a:prstDash val="solid"/>
                    </a:lnR>
                    <a:lnT w="9525">
                      <a:solidFill>
                        <a:srgbClr val="C4D2D0"/>
                      </a:solidFill>
                      <a:prstDash val="solid"/>
                    </a:lnT>
                    <a:lnB w="9525">
                      <a:solidFill>
                        <a:srgbClr val="C4D2D0"/>
                      </a:solidFill>
                      <a:prstDash val="solid"/>
                    </a:lnB>
                    <a:solidFill>
                      <a:srgbClr val="102D3B"/>
                    </a:solidFill>
                  </a:tcPr>
                </a:tc>
                <a:tc>
                  <a:txBody>
                    <a:bodyPr/>
                    <a:lstStyle/>
                    <a:p>
                      <a:r>
                        <a:rPr sz="2025" b="1">
                          <a:solidFill>
                            <a:srgbClr val="FFFFFF"/>
                          </a:solidFill>
                        </a:rPr>
                        <a:t>Bu projeden farkı</a:t>
                      </a:r>
                    </a:p>
                  </a:txBody>
                  <a:tcPr marL="91440" marR="91440" marT="45720" marB="45720">
                    <a:lnR w="9525">
                      <a:solidFill>
                        <a:srgbClr val="C4D2D0"/>
                      </a:solidFill>
                      <a:prstDash val="solid"/>
                    </a:lnR>
                    <a:lnT w="9525">
                      <a:solidFill>
                        <a:srgbClr val="C4D2D0"/>
                      </a:solidFill>
                      <a:prstDash val="solid"/>
                    </a:lnT>
                    <a:lnB w="9525">
                      <a:solidFill>
                        <a:srgbClr val="C4D2D0"/>
                      </a:solidFill>
                      <a:prstDash val="solid"/>
                    </a:lnB>
                    <a:solidFill>
                      <a:srgbClr val="102D3B"/>
                    </a:solidFill>
                  </a:tcPr>
                </a:tc>
              </a:tr>
              <a:tr h="1104900">
                <a:tc>
                  <a:txBody>
                    <a:bodyPr/>
                    <a:lstStyle/>
                    <a:p>
                      <a:r>
                        <a:rPr sz="2025" b="1">
                          <a:solidFill>
                            <a:srgbClr val="0C7D7B"/>
                          </a:solidFill>
                        </a:rPr>
                        <a:t>Jin ve Rezaeipanah</a:t>
                      </a:r>
                    </a:p>
                    <a:p>
                      <a:r>
                        <a:rPr sz="2025" b="1">
                          <a:solidFill>
                            <a:srgbClr val="0C7D7B"/>
                          </a:solidFill>
                        </a:rPr>
                        <a:t>2025, DTA-FLE</a:t>
                      </a:r>
                    </a:p>
                  </a:txBody>
                  <a:tcPr marL="91440" marR="91440" marT="45720" marB="45720">
                    <a:lnL w="9525">
                      <a:solidFill>
                        <a:srgbClr val="C4D2D0"/>
                      </a:solidFill>
                      <a:prstDash val="solid"/>
                    </a:lnL>
                    <a:lnR w="9525">
                      <a:solidFill>
                        <a:srgbClr val="C4D2D0"/>
                      </a:solidFill>
                      <a:prstDash val="solid"/>
                    </a:lnR>
                    <a:lnB w="9525">
                      <a:solidFill>
                        <a:srgbClr val="C4D2D0"/>
                      </a:solidFill>
                      <a:prstDash val="solid"/>
                    </a:lnB>
                    <a:solidFill>
                      <a:srgbClr val="EDF3F1"/>
                    </a:solidFill>
                  </a:tcPr>
                </a:tc>
                <a:tc>
                  <a:txBody>
                    <a:bodyPr/>
                    <a:lstStyle/>
                    <a:p>
                      <a:r>
                        <a:rPr sz="2025">
                          <a:solidFill>
                            <a:srgbClr val="102D3B"/>
                          </a:solidFill>
                        </a:rPr>
                        <a:t>Bulanık kurallarla fog/cloud</a:t>
                      </a:r>
                    </a:p>
                    <a:p>
                      <a:r>
                        <a:rPr sz="2025">
                          <a:solidFill>
                            <a:srgbClr val="102D3B"/>
                          </a:solidFill>
                        </a:rPr>
                        <a:t>görev dağıtımını uyarlar.</a:t>
                      </a:r>
                    </a:p>
                  </a:txBody>
                  <a:tcPr marL="91440" marR="91440" marT="45720" marB="45720">
                    <a:lnR w="9525">
                      <a:solidFill>
                        <a:srgbClr val="C4D2D0"/>
                      </a:solidFill>
                      <a:prstDash val="solid"/>
                    </a:lnR>
                    <a:lnB w="9525">
                      <a:solidFill>
                        <a:srgbClr val="C4D2D0"/>
                      </a:solidFill>
                      <a:prstDash val="solid"/>
                    </a:lnB>
                    <a:solidFill>
                      <a:srgbClr val="EDF3F1"/>
                    </a:solidFill>
                  </a:tcPr>
                </a:tc>
                <a:tc>
                  <a:txBody>
                    <a:bodyPr/>
                    <a:lstStyle/>
                    <a:p>
                      <a:r>
                        <a:rPr sz="2025">
                          <a:solidFill>
                            <a:srgbClr val="102D3B"/>
                          </a:solidFill>
                        </a:rPr>
                        <a:t>Kaynak seçimine odaklanır.</a:t>
                      </a:r>
                    </a:p>
                    <a:p>
                      <a:r>
                        <a:rPr sz="2025">
                          <a:solidFill>
                            <a:srgbClr val="102D3B"/>
                          </a:solidFill>
                        </a:rPr>
                        <a:t>Burada Mamdani, görev başına</a:t>
                      </a:r>
                    </a:p>
                    <a:p>
                      <a:r>
                        <a:rPr sz="2025">
                          <a:solidFill>
                            <a:srgbClr val="102D3B"/>
                          </a:solidFill>
                        </a:rPr>
                        <a:t>gönderim üst sınırını belirler.</a:t>
                      </a:r>
                    </a:p>
                  </a:txBody>
                  <a:tcPr marL="91440" marR="91440" marT="45720" marB="45720">
                    <a:lnR w="9525">
                      <a:solidFill>
                        <a:srgbClr val="C4D2D0"/>
                      </a:solidFill>
                      <a:prstDash val="solid"/>
                    </a:lnR>
                    <a:lnB w="9525">
                      <a:solidFill>
                        <a:srgbClr val="C4D2D0"/>
                      </a:solidFill>
                      <a:prstDash val="solid"/>
                    </a:lnB>
                    <a:solidFill>
                      <a:srgbClr val="EDF3F1"/>
                    </a:solidFill>
                  </a:tcPr>
                </a:tc>
              </a:tr>
              <a:tr h="1104900">
                <a:tc>
                  <a:txBody>
                    <a:bodyPr/>
                    <a:lstStyle/>
                    <a:p>
                      <a:r>
                        <a:rPr sz="2025" b="1">
                          <a:solidFill>
                            <a:srgbClr val="0C7D7B"/>
                          </a:solidFill>
                        </a:rPr>
                        <a:t>Lin, 2025</a:t>
                      </a:r>
                    </a:p>
                    <a:p>
                      <a:r>
                        <a:rPr sz="2025" b="1">
                          <a:solidFill>
                            <a:srgbClr val="0C7D7B"/>
                          </a:solidFill>
                        </a:rPr>
                        <a:t>GASO + FPTS</a:t>
                      </a:r>
                    </a:p>
                  </a:txBody>
                  <a:tcPr marL="91440" marR="91440" marT="45720" marB="45720">
                    <a:lnL w="9525">
                      <a:solidFill>
                        <a:srgbClr val="C4D2D0"/>
                      </a:solidFill>
                      <a:prstDash val="solid"/>
                    </a:lnL>
                    <a:lnR w="9525">
                      <a:solidFill>
                        <a:srgbClr val="C4D2D0"/>
                      </a:solidFill>
                      <a:prstDash val="solid"/>
                    </a:lnR>
                    <a:lnB w="9525">
                      <a:solidFill>
                        <a:srgbClr val="C4D2D0"/>
                      </a:solidFill>
                      <a:prstDash val="solid"/>
                    </a:lnB>
                    <a:solidFill>
                      <a:srgbClr val="F7F5F0"/>
                    </a:solidFill>
                  </a:tcPr>
                </a:tc>
                <a:tc>
                  <a:txBody>
                    <a:bodyPr/>
                    <a:lstStyle/>
                    <a:p>
                      <a:r>
                        <a:rPr sz="2025">
                          <a:solidFill>
                            <a:srgbClr val="102D3B"/>
                          </a:solidFill>
                        </a:rPr>
                        <a:t>Enerji ve süreye göre</a:t>
                      </a:r>
                    </a:p>
                    <a:p>
                      <a:r>
                        <a:rPr sz="2025">
                          <a:solidFill>
                            <a:srgbClr val="102D3B"/>
                          </a:solidFill>
                        </a:rPr>
                        <a:t>görev önceliği üretir.</a:t>
                      </a:r>
                    </a:p>
                  </a:txBody>
                  <a:tcPr marL="91440" marR="91440" marT="45720" marB="45720">
                    <a:lnR w="9525">
                      <a:solidFill>
                        <a:srgbClr val="C4D2D0"/>
                      </a:solidFill>
                      <a:prstDash val="solid"/>
                    </a:lnR>
                    <a:lnB w="9525">
                      <a:solidFill>
                        <a:srgbClr val="C4D2D0"/>
                      </a:solidFill>
                      <a:prstDash val="solid"/>
                    </a:lnB>
                    <a:solidFill>
                      <a:srgbClr val="F7F5F0"/>
                    </a:solidFill>
                  </a:tcPr>
                </a:tc>
                <a:tc>
                  <a:txBody>
                    <a:bodyPr/>
                    <a:lstStyle/>
                    <a:p>
                      <a:r>
                        <a:rPr sz="2025">
                          <a:solidFill>
                            <a:srgbClr val="102D3B"/>
                          </a:solidFill>
                        </a:rPr>
                        <a:t>Görev sırasını belirler.</a:t>
                      </a:r>
                    </a:p>
                    <a:p>
                      <a:r>
                        <a:rPr sz="2025">
                          <a:solidFill>
                            <a:srgbClr val="102D3B"/>
                          </a:solidFill>
                        </a:rPr>
                        <a:t>Burada güvenlik ve genişlik,</a:t>
                      </a:r>
                    </a:p>
                    <a:p>
                      <a:r>
                        <a:rPr sz="2025">
                          <a:solidFill>
                            <a:srgbClr val="102D3B"/>
                          </a:solidFill>
                        </a:rPr>
                        <a:t>gönderim sınırını belirler.</a:t>
                      </a:r>
                    </a:p>
                  </a:txBody>
                  <a:tcPr marL="91440" marR="91440" marT="45720" marB="45720">
                    <a:lnR w="9525">
                      <a:solidFill>
                        <a:srgbClr val="C4D2D0"/>
                      </a:solidFill>
                      <a:prstDash val="solid"/>
                    </a:lnR>
                    <a:lnB w="9525">
                      <a:solidFill>
                        <a:srgbClr val="C4D2D0"/>
                      </a:solidFill>
                      <a:prstDash val="solid"/>
                    </a:lnB>
                    <a:solidFill>
                      <a:srgbClr val="F7F5F0"/>
                    </a:solidFill>
                  </a:tcPr>
                </a:tc>
              </a:tr>
              <a:tr h="1104900">
                <a:tc>
                  <a:txBody>
                    <a:bodyPr/>
                    <a:lstStyle/>
                    <a:p>
                      <a:r>
                        <a:rPr sz="2025" b="1">
                          <a:solidFill>
                            <a:srgbClr val="0C7D7B"/>
                          </a:solidFill>
                        </a:rPr>
                        <a:t>Rashidi ve ark.</a:t>
                      </a:r>
                    </a:p>
                    <a:p>
                      <a:r>
                        <a:rPr sz="2025" b="1">
                          <a:solidFill>
                            <a:srgbClr val="0C7D7B"/>
                          </a:solidFill>
                        </a:rPr>
                        <a:t>2026</a:t>
                      </a:r>
                    </a:p>
                    <a:p>
                      <a:r>
                        <a:rPr sz="2025" b="1">
                          <a:solidFill>
                            <a:srgbClr val="0C7D7B"/>
                          </a:solidFill>
                        </a:rPr>
                        <a:t>QFLN-AMRO</a:t>
                      </a:r>
                    </a:p>
                  </a:txBody>
                  <a:tcPr marL="91440" marR="91440" marT="45720" marB="45720">
                    <a:lnL w="9525">
                      <a:solidFill>
                        <a:srgbClr val="C4D2D0"/>
                      </a:solidFill>
                      <a:prstDash val="solid"/>
                    </a:lnL>
                    <a:lnR w="9525">
                      <a:solidFill>
                        <a:srgbClr val="C4D2D0"/>
                      </a:solidFill>
                      <a:prstDash val="solid"/>
                    </a:lnR>
                    <a:lnB w="9525">
                      <a:solidFill>
                        <a:srgbClr val="C4D2D0"/>
                      </a:solidFill>
                      <a:prstDash val="solid"/>
                    </a:lnB>
                    <a:solidFill>
                      <a:srgbClr val="EDF3F1"/>
                    </a:solidFill>
                  </a:tcPr>
                </a:tc>
                <a:tc>
                  <a:txBody>
                    <a:bodyPr/>
                    <a:lstStyle/>
                    <a:p>
                      <a:r>
                        <a:rPr sz="2025">
                          <a:solidFill>
                            <a:srgbClr val="102D3B"/>
                          </a:solidFill>
                        </a:rPr>
                        <a:t>Bulanık katman, evrimsel</a:t>
                      </a:r>
                    </a:p>
                    <a:p>
                      <a:r>
                        <a:rPr sz="2025">
                          <a:solidFill>
                            <a:srgbClr val="102D3B"/>
                          </a:solidFill>
                        </a:rPr>
                        <a:t>arama ayarlarını uyarlar.</a:t>
                      </a:r>
                    </a:p>
                  </a:txBody>
                  <a:tcPr marL="91440" marR="91440" marT="45720" marB="45720">
                    <a:lnR w="9525">
                      <a:solidFill>
                        <a:srgbClr val="C4D2D0"/>
                      </a:solidFill>
                      <a:prstDash val="solid"/>
                    </a:lnR>
                    <a:lnB w="9525">
                      <a:solidFill>
                        <a:srgbClr val="C4D2D0"/>
                      </a:solidFill>
                      <a:prstDash val="solid"/>
                    </a:lnB>
                    <a:solidFill>
                      <a:srgbClr val="EDF3F1"/>
                    </a:solidFill>
                  </a:tcPr>
                </a:tc>
                <a:tc>
                  <a:txBody>
                    <a:bodyPr/>
                    <a:lstStyle/>
                    <a:p>
                      <a:r>
                        <a:rPr sz="2025">
                          <a:solidFill>
                            <a:srgbClr val="102D3B"/>
                          </a:solidFill>
                        </a:rPr>
                        <a:t>Enerji ve gecikmeye odaklanır.</a:t>
                      </a:r>
                    </a:p>
                    <a:p>
                      <a:r>
                        <a:rPr sz="2025">
                          <a:solidFill>
                            <a:srgbClr val="102D3B"/>
                          </a:solidFill>
                        </a:rPr>
                        <a:t>Burada görev başına oran</a:t>
                      </a:r>
                    </a:p>
                    <a:p>
                      <a:r>
                        <a:rPr sz="2025">
                          <a:solidFill>
                            <a:srgbClr val="102D3B"/>
                          </a:solidFill>
                        </a:rPr>
                        <a:t>sınırı deneylerle incelenir.</a:t>
                      </a:r>
                    </a:p>
                  </a:txBody>
                  <a:tcPr marL="91440" marR="91440" marT="45720" marB="45720">
                    <a:lnR w="9525">
                      <a:solidFill>
                        <a:srgbClr val="C4D2D0"/>
                      </a:solidFill>
                      <a:prstDash val="solid"/>
                    </a:lnR>
                    <a:lnB w="9525">
                      <a:solidFill>
                        <a:srgbClr val="C4D2D0"/>
                      </a:solidFill>
                      <a:prstDash val="solid"/>
                    </a:lnB>
                    <a:solidFill>
                      <a:srgbClr val="EDF3F1"/>
                    </a:solidFill>
                  </a:tcPr>
                </a:tc>
              </a:tr>
            </a:tbl>
          </a:graphicData>
        </a:graphic>
      </p:graphicFrame>
      <p:sp>
        <p:nvSpPr>
          <p:cNvPr id="7" name="literature-scope">
            <a:extLst xmlns:a="http://schemas.openxmlformats.org/drawingml/2006/main">
              <a:ext uri="{FF2B5EF4-FFF2-40B4-BE49-F238E27FC236}">
                <a16:creationId xmlns:a16="http://schemas.microsoft.com/office/drawing/2014/main" id="{F2FB10D8-791F-44F7-9B9C-F9DAF644742C}"/>
              </a:ext>
            </a:extLst>
          </p:cNvPr>
          <p:cNvSpPr>
            <a:spLocks xmlns:a="http://schemas.openxmlformats.org/drawingml/2006/main" noGrp="1"/>
          </p:cNvSpPr>
          <p:nvPr/>
        </p:nvSpPr>
        <p:spPr>
          <a:xfrm xmlns:a="http://schemas.openxmlformats.org/drawingml/2006/main">
            <a:off x="628650" y="5953125"/>
            <a:ext cx="10382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57717A"/>
                </a:solidFill>
              </a:defRPr>
            </a:defPPr>
            <a:lvl1pPr>
              <a:defRPr sz="1725" b="0">
                <a:solidFill>
                  <a:srgbClr val="57717A"/>
                </a:solidFill>
              </a:defRPr>
            </a:lvl1pPr>
            <a:lvl2pPr>
              <a:defRPr sz="1725" b="0">
                <a:solidFill>
                  <a:srgbClr val="57717A"/>
                </a:solidFill>
              </a:defRPr>
            </a:lvl2pPr>
            <a:lvl3pPr>
              <a:defRPr sz="1725" b="0">
                <a:solidFill>
                  <a:srgbClr val="57717A"/>
                </a:solidFill>
              </a:defRPr>
            </a:lvl3pPr>
            <a:lvl4pPr>
              <a:defRPr sz="1725" b="0">
                <a:solidFill>
                  <a:srgbClr val="57717A"/>
                </a:solidFill>
              </a:defRPr>
            </a:lvl4pPr>
            <a:lvl5pPr>
              <a:defRPr sz="1725" b="0">
                <a:solidFill>
                  <a:srgbClr val="57717A"/>
                </a:solidFill>
              </a:defRPr>
            </a:lvl5pPr>
            <a:lvl6pPr>
              <a:defRPr sz="1725" b="0">
                <a:solidFill>
                  <a:srgbClr val="57717A"/>
                </a:solidFill>
              </a:defRPr>
            </a:lvl6pPr>
            <a:lvl7pPr>
              <a:defRPr sz="1725" b="0">
                <a:solidFill>
                  <a:srgbClr val="57717A"/>
                </a:solidFill>
              </a:defRPr>
            </a:lvl7pPr>
            <a:lvl8pPr>
              <a:defRPr sz="1725" b="0">
                <a:solidFill>
                  <a:srgbClr val="57717A"/>
                </a:solidFill>
              </a:defRPr>
            </a:lvl8pPr>
            <a:lvl9pPr>
              <a:defRPr sz="1725" b="0">
                <a:solidFill>
                  <a:srgbClr val="57717A"/>
                </a:solidFill>
              </a:defRPr>
            </a:lvl9pPr>
          </a:lstStyle>
          <a:p xmlns:a="http://schemas.openxmlformats.org/drawingml/2006/main">
            <a:pPr>
              <a:defRPr sz="1725" b="0">
                <a:solidFill>
                  <a:srgbClr val="57717A"/>
                </a:solidFill>
              </a:defRPr>
            </a:pPr>
            <a:r>
              <a:rPr sz="1725" b="0">
                <a:solidFill>
                  <a:srgbClr val="57717A"/>
                </a:solidFill>
              </a:rPr>
              <a:t>Bu çalışmalar kapsam karşılaştırması içindir. Aynı koşullarda rakip olarak çalıştırılmadı.</a:t>
            </a:r>
          </a:p>
        </p:txBody>
      </p:sp>
    </p:spTree>
    <p:extLst>
      <p:ext uri="{BB962C8B-B14F-4D97-AF65-F5344CB8AC3E}">
        <p14:creationId xmlns:p14="http://schemas.microsoft.com/office/powerpoint/2010/main" val="1813031099"/>
      </p:ext>
    </p:extLst>
  </p:cSld>
</p:sld>
</file>

<file path=ppt/slides/slide7.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C578665C-D4A4-4DE7-B488-D4CC7E71CE40}"/>
              </a:ext>
            </a:extLst>
          </p:cNvPr>
          <p:cNvPicPr>
            <a:picLocks xmlns:a="http://schemas.openxmlformats.org/drawingml/2006/main" noChangeAspect="1"/>
          </p:cNvPicPr>
          <p:nvPr/>
        </p:nvPicPr>
        <p:blipFill>
          <a:blip xmlns:r="http://schemas.openxmlformats.org/officeDocument/2006/relationships" xmlns:a="http://schemas.openxmlformats.org/drawingml/2006/main" r:embed="R8eae7f97bdb5475c"/>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3" name="title">
            <a:extLst xmlns:a="http://schemas.openxmlformats.org/drawingml/2006/main">
              <a:ext uri="{FF2B5EF4-FFF2-40B4-BE49-F238E27FC236}">
                <a16:creationId xmlns:a16="http://schemas.microsoft.com/office/drawing/2014/main" id="{125C7189-D5AA-493A-B94B-8777A2E0D232}"/>
              </a:ext>
            </a:extLst>
          </p:cNvPr>
          <p:cNvSpPr>
            <a:spLocks xmlns:a="http://schemas.openxmlformats.org/drawingml/2006/main" noGrp="1"/>
          </p:cNvSpPr>
          <p:nvPr/>
        </p:nvSpPr>
        <p:spPr>
          <a:xfrm xmlns:a="http://schemas.openxmlformats.org/drawingml/2006/main">
            <a:off x="628650" y="457200"/>
            <a:ext cx="109347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600" b="1">
                <a:solidFill>
                  <a:srgbClr val="102D3B"/>
                </a:solidFill>
                <a:latin typeface="Segoe UI"/>
                <a:ea typeface="Segoe UI"/>
                <a:cs typeface="Segoe UI"/>
              </a:defRPr>
            </a:defPPr>
            <a:lvl1pPr>
              <a:defRPr sz="3600" b="1">
                <a:solidFill>
                  <a:srgbClr val="102D3B"/>
                </a:solidFill>
                <a:latin typeface="Segoe UI"/>
                <a:ea typeface="Segoe UI"/>
                <a:cs typeface="Segoe UI"/>
              </a:defRPr>
            </a:lvl1pPr>
            <a:lvl2pPr>
              <a:defRPr sz="3600" b="1">
                <a:solidFill>
                  <a:srgbClr val="102D3B"/>
                </a:solidFill>
                <a:latin typeface="Segoe UI"/>
                <a:ea typeface="Segoe UI"/>
                <a:cs typeface="Segoe UI"/>
              </a:defRPr>
            </a:lvl2pPr>
            <a:lvl3pPr>
              <a:defRPr sz="3600" b="1">
                <a:solidFill>
                  <a:srgbClr val="102D3B"/>
                </a:solidFill>
                <a:latin typeface="Segoe UI"/>
                <a:ea typeface="Segoe UI"/>
                <a:cs typeface="Segoe UI"/>
              </a:defRPr>
            </a:lvl3pPr>
            <a:lvl4pPr>
              <a:defRPr sz="3600" b="1">
                <a:solidFill>
                  <a:srgbClr val="102D3B"/>
                </a:solidFill>
                <a:latin typeface="Segoe UI"/>
                <a:ea typeface="Segoe UI"/>
                <a:cs typeface="Segoe UI"/>
              </a:defRPr>
            </a:lvl4pPr>
            <a:lvl5pPr>
              <a:defRPr sz="3600" b="1">
                <a:solidFill>
                  <a:srgbClr val="102D3B"/>
                </a:solidFill>
                <a:latin typeface="Segoe UI"/>
                <a:ea typeface="Segoe UI"/>
                <a:cs typeface="Segoe UI"/>
              </a:defRPr>
            </a:lvl5pPr>
            <a:lvl6pPr>
              <a:defRPr sz="3600" b="1">
                <a:solidFill>
                  <a:srgbClr val="102D3B"/>
                </a:solidFill>
                <a:latin typeface="Segoe UI"/>
                <a:ea typeface="Segoe UI"/>
                <a:cs typeface="Segoe UI"/>
              </a:defRPr>
            </a:lvl6pPr>
            <a:lvl7pPr>
              <a:defRPr sz="3600" b="1">
                <a:solidFill>
                  <a:srgbClr val="102D3B"/>
                </a:solidFill>
                <a:latin typeface="Segoe UI"/>
                <a:ea typeface="Segoe UI"/>
                <a:cs typeface="Segoe UI"/>
              </a:defRPr>
            </a:lvl7pPr>
            <a:lvl8pPr>
              <a:defRPr sz="3600" b="1">
                <a:solidFill>
                  <a:srgbClr val="102D3B"/>
                </a:solidFill>
                <a:latin typeface="Segoe UI"/>
                <a:ea typeface="Segoe UI"/>
                <a:cs typeface="Segoe UI"/>
              </a:defRPr>
            </a:lvl8pPr>
            <a:lvl9pPr>
              <a:defRPr sz="3600" b="1">
                <a:solidFill>
                  <a:srgbClr val="102D3B"/>
                </a:solidFill>
                <a:latin typeface="Segoe UI"/>
                <a:ea typeface="Segoe UI"/>
                <a:cs typeface="Segoe UI"/>
              </a:defRPr>
            </a:lvl9pPr>
          </a:lstStyle>
          <a:p xmlns:a="http://schemas.openxmlformats.org/drawingml/2006/main">
            <a:pPr>
              <a:defRPr sz="3600" b="1">
                <a:solidFill>
                  <a:srgbClr val="102D3B"/>
                </a:solidFill>
                <a:latin typeface="Segoe UI"/>
                <a:ea typeface="Segoe UI"/>
                <a:cs typeface="Segoe UI"/>
              </a:defRPr>
            </a:pPr>
            <a:r>
              <a:rPr sz="3600" b="1">
                <a:solidFill>
                  <a:srgbClr val="102D3B"/>
                </a:solidFill>
                <a:latin typeface="Segoe UI"/>
                <a:ea typeface="Segoe UI"/>
                <a:cs typeface="Segoe UI"/>
              </a:rPr>
              <a:t>Bulanık güvenlik puanı</a:t>
            </a:r>
          </a:p>
        </p:txBody>
      </p:sp>
      <p:sp>
        <p:nvSpPr>
          <p:cNvPr id="4" name="page">
            <a:extLst xmlns:a="http://schemas.openxmlformats.org/drawingml/2006/main">
              <a:ext uri="{FF2B5EF4-FFF2-40B4-BE49-F238E27FC236}">
                <a16:creationId xmlns:a16="http://schemas.microsoft.com/office/drawing/2014/main" id="{273B2759-4031-43B0-A470-504D9B4951D3}"/>
              </a:ext>
            </a:extLst>
          </p:cNvPr>
          <p:cNvSpPr>
            <a:spLocks xmlns:a="http://schemas.openxmlformats.org/drawingml/2006/main" noGrp="1"/>
          </p:cNvSpPr>
          <p:nvPr/>
        </p:nvSpPr>
        <p:spPr>
          <a:xfrm xmlns:a="http://schemas.openxmlformats.org/drawingml/2006/main">
            <a:off x="11182350" y="6334125"/>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57717A"/>
                </a:solidFill>
                <a:latin typeface="Segoe UI"/>
                <a:ea typeface="Segoe UI"/>
                <a:cs typeface="Segoe UI"/>
              </a:defRPr>
            </a:defPPr>
            <a:lvl1pPr>
              <a:defRPr sz="1575" b="0">
                <a:solidFill>
                  <a:srgbClr val="57717A"/>
                </a:solidFill>
                <a:latin typeface="Segoe UI"/>
                <a:ea typeface="Segoe UI"/>
                <a:cs typeface="Segoe UI"/>
              </a:defRPr>
            </a:lvl1pPr>
            <a:lvl2pPr>
              <a:defRPr sz="1575" b="0">
                <a:solidFill>
                  <a:srgbClr val="57717A"/>
                </a:solidFill>
                <a:latin typeface="Segoe UI"/>
                <a:ea typeface="Segoe UI"/>
                <a:cs typeface="Segoe UI"/>
              </a:defRPr>
            </a:lvl2pPr>
            <a:lvl3pPr>
              <a:defRPr sz="1575" b="0">
                <a:solidFill>
                  <a:srgbClr val="57717A"/>
                </a:solidFill>
                <a:latin typeface="Segoe UI"/>
                <a:ea typeface="Segoe UI"/>
                <a:cs typeface="Segoe UI"/>
              </a:defRPr>
            </a:lvl3pPr>
            <a:lvl4pPr>
              <a:defRPr sz="1575" b="0">
                <a:solidFill>
                  <a:srgbClr val="57717A"/>
                </a:solidFill>
                <a:latin typeface="Segoe UI"/>
                <a:ea typeface="Segoe UI"/>
                <a:cs typeface="Segoe UI"/>
              </a:defRPr>
            </a:lvl4pPr>
            <a:lvl5pPr>
              <a:defRPr sz="1575" b="0">
                <a:solidFill>
                  <a:srgbClr val="57717A"/>
                </a:solidFill>
                <a:latin typeface="Segoe UI"/>
                <a:ea typeface="Segoe UI"/>
                <a:cs typeface="Segoe UI"/>
              </a:defRPr>
            </a:lvl5pPr>
            <a:lvl6pPr>
              <a:defRPr sz="1575" b="0">
                <a:solidFill>
                  <a:srgbClr val="57717A"/>
                </a:solidFill>
                <a:latin typeface="Segoe UI"/>
                <a:ea typeface="Segoe UI"/>
                <a:cs typeface="Segoe UI"/>
              </a:defRPr>
            </a:lvl6pPr>
            <a:lvl7pPr>
              <a:defRPr sz="1575" b="0">
                <a:solidFill>
                  <a:srgbClr val="57717A"/>
                </a:solidFill>
                <a:latin typeface="Segoe UI"/>
                <a:ea typeface="Segoe UI"/>
                <a:cs typeface="Segoe UI"/>
              </a:defRPr>
            </a:lvl7pPr>
            <a:lvl8pPr>
              <a:defRPr sz="1575" b="0">
                <a:solidFill>
                  <a:srgbClr val="57717A"/>
                </a:solidFill>
                <a:latin typeface="Segoe UI"/>
                <a:ea typeface="Segoe UI"/>
                <a:cs typeface="Segoe UI"/>
              </a:defRPr>
            </a:lvl8pPr>
            <a:lvl9pPr>
              <a:defRPr sz="1575" b="0">
                <a:solidFill>
                  <a:srgbClr val="57717A"/>
                </a:solidFill>
                <a:latin typeface="Segoe UI"/>
                <a:ea typeface="Segoe UI"/>
                <a:cs typeface="Segoe UI"/>
              </a:defRPr>
            </a:lvl9pPr>
          </a:lstStyle>
          <a:p xmlns:a="http://schemas.openxmlformats.org/drawingml/2006/main">
            <a:pPr>
              <a:defRPr sz="1575" b="0">
                <a:solidFill>
                  <a:srgbClr val="57717A"/>
                </a:solidFill>
                <a:latin typeface="Segoe UI"/>
                <a:ea typeface="Segoe UI"/>
                <a:cs typeface="Segoe UI"/>
              </a:defRPr>
            </a:pPr>
            <a:r>
              <a:rPr sz="1575" b="0">
                <a:solidFill>
                  <a:srgbClr val="57717A"/>
                </a:solidFill>
                <a:latin typeface="Segoe UI"/>
                <a:ea typeface="Segoe UI"/>
                <a:cs typeface="Segoe UI"/>
              </a:rPr>
              <a:t>07</a:t>
            </a:r>
          </a:p>
        </p:txBody>
      </p:sp>
      <p:graphicFrame>
        <p:nvGraphicFramePr>
          <p:cNvPr id="5" name="Chart">
            <a:extLst xmlns:a="http://schemas.openxmlformats.org/drawingml/2006/main">
              <a:ext uri="{FF2B5EF4-FFF2-40B4-BE49-F238E27FC236}">
                <a16:creationId xmlns:a16="http://schemas.microsoft.com/office/drawing/2014/main" id="{250C13F2-96C2-417B-B697-997D4010A54F}"/>
              </a:ext>
            </a:extLst>
          </p:cNvPr>
          <p:cNvGraphicFramePr/>
          <p:nvPr/>
        </p:nvGraphicFramePr>
        <p:xfrm>
          <a:off xmlns:a="http://schemas.openxmlformats.org/drawingml/2006/main" x="619125" y="1943100"/>
          <a:ext xmlns:a="http://schemas.openxmlformats.org/drawingml/2006/main" cx="7000875" cy="3219450"/>
        </p:xfrm>
        <a:graphic xmlns:a="http://schemas.openxmlformats.org/drawingml/2006/main">
          <a:graphicData uri="http://schemas.openxmlformats.org/drawingml/2006/chart">
            <c:chart xmlns:r="http://schemas.openxmlformats.org/officeDocument/2006/relationships" xmlns:c="http://schemas.openxmlformats.org/drawingml/2006/chart" r:id="R91e42456cf5d472f"/>
          </a:graphicData>
        </a:graphic>
      </p:graphicFrame>
      <p:sp>
        <p:nvSpPr>
          <p:cNvPr id="6" name="">
            <a:extLst xmlns:a="http://schemas.openxmlformats.org/drawingml/2006/main">
              <a:ext uri="{FF2B5EF4-FFF2-40B4-BE49-F238E27FC236}">
                <a16:creationId xmlns:a16="http://schemas.microsoft.com/office/drawing/2014/main" id="{1367CF37-F96F-4F2D-B7B2-1F10C7F5D5D8}"/>
              </a:ext>
            </a:extLst>
          </p:cNvPr>
          <p:cNvSpPr>
            <a:spLocks xmlns:a="http://schemas.openxmlformats.org/drawingml/2006/main" noGrp="1"/>
          </p:cNvSpPr>
          <p:nvPr/>
        </p:nvSpPr>
        <p:spPr>
          <a:xfrm xmlns:a="http://schemas.openxmlformats.org/drawingml/2006/main">
            <a:off x="8115300" y="2419350"/>
            <a:ext cx="33813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125" b="1">
                <a:solidFill>
                  <a:srgbClr val="117B78"/>
                </a:solidFill>
                <a:latin typeface="Segoe UI"/>
                <a:ea typeface="Segoe UI"/>
                <a:cs typeface="Segoe UI"/>
              </a:defRPr>
            </a:defPPr>
            <a:lvl1pPr>
              <a:defRPr sz="4125" b="1">
                <a:solidFill>
                  <a:srgbClr val="117B78"/>
                </a:solidFill>
                <a:latin typeface="Segoe UI"/>
                <a:ea typeface="Segoe UI"/>
                <a:cs typeface="Segoe UI"/>
              </a:defRPr>
            </a:lvl1pPr>
            <a:lvl2pPr>
              <a:defRPr sz="4125" b="1">
                <a:solidFill>
                  <a:srgbClr val="117B78"/>
                </a:solidFill>
                <a:latin typeface="Segoe UI"/>
                <a:ea typeface="Segoe UI"/>
                <a:cs typeface="Segoe UI"/>
              </a:defRPr>
            </a:lvl2pPr>
            <a:lvl3pPr>
              <a:defRPr sz="4125" b="1">
                <a:solidFill>
                  <a:srgbClr val="117B78"/>
                </a:solidFill>
                <a:latin typeface="Segoe UI"/>
                <a:ea typeface="Segoe UI"/>
                <a:cs typeface="Segoe UI"/>
              </a:defRPr>
            </a:lvl3pPr>
            <a:lvl4pPr>
              <a:defRPr sz="4125" b="1">
                <a:solidFill>
                  <a:srgbClr val="117B78"/>
                </a:solidFill>
                <a:latin typeface="Segoe UI"/>
                <a:ea typeface="Segoe UI"/>
                <a:cs typeface="Segoe UI"/>
              </a:defRPr>
            </a:lvl4pPr>
            <a:lvl5pPr>
              <a:defRPr sz="4125" b="1">
                <a:solidFill>
                  <a:srgbClr val="117B78"/>
                </a:solidFill>
                <a:latin typeface="Segoe UI"/>
                <a:ea typeface="Segoe UI"/>
                <a:cs typeface="Segoe UI"/>
              </a:defRPr>
            </a:lvl5pPr>
            <a:lvl6pPr>
              <a:defRPr sz="4125" b="1">
                <a:solidFill>
                  <a:srgbClr val="117B78"/>
                </a:solidFill>
                <a:latin typeface="Segoe UI"/>
                <a:ea typeface="Segoe UI"/>
                <a:cs typeface="Segoe UI"/>
              </a:defRPr>
            </a:lvl6pPr>
            <a:lvl7pPr>
              <a:defRPr sz="4125" b="1">
                <a:solidFill>
                  <a:srgbClr val="117B78"/>
                </a:solidFill>
                <a:latin typeface="Segoe UI"/>
                <a:ea typeface="Segoe UI"/>
                <a:cs typeface="Segoe UI"/>
              </a:defRPr>
            </a:lvl7pPr>
            <a:lvl8pPr>
              <a:defRPr sz="4125" b="1">
                <a:solidFill>
                  <a:srgbClr val="117B78"/>
                </a:solidFill>
                <a:latin typeface="Segoe UI"/>
                <a:ea typeface="Segoe UI"/>
                <a:cs typeface="Segoe UI"/>
              </a:defRPr>
            </a:lvl8pPr>
            <a:lvl9pPr>
              <a:defRPr sz="4125" b="1">
                <a:solidFill>
                  <a:srgbClr val="117B78"/>
                </a:solidFill>
                <a:latin typeface="Segoe UI"/>
                <a:ea typeface="Segoe UI"/>
                <a:cs typeface="Segoe UI"/>
              </a:defRPr>
            </a:lvl9pPr>
          </a:lstStyle>
          <a:p xmlns:a="http://schemas.openxmlformats.org/drawingml/2006/main">
            <a:pPr>
              <a:defRPr sz="4125" b="1">
                <a:solidFill>
                  <a:srgbClr val="117B78"/>
                </a:solidFill>
                <a:latin typeface="Segoe UI"/>
                <a:ea typeface="Segoe UI"/>
                <a:cs typeface="Segoe UI"/>
              </a:defRPr>
            </a:pPr>
            <a:r>
              <a:rPr sz="4125" b="1">
                <a:solidFill>
                  <a:srgbClr val="117B78"/>
                </a:solidFill>
                <a:latin typeface="Segoe UI"/>
                <a:ea typeface="Segoe UI"/>
                <a:cs typeface="Segoe UI"/>
              </a:rPr>
              <a:t>S = 0,70</a:t>
            </a:r>
          </a:p>
        </p:txBody>
      </p:sp>
      <p:sp>
        <p:nvSpPr>
          <p:cNvPr id="7" name="">
            <a:extLst xmlns:a="http://schemas.openxmlformats.org/drawingml/2006/main">
              <a:ext uri="{FF2B5EF4-FFF2-40B4-BE49-F238E27FC236}">
                <a16:creationId xmlns:a16="http://schemas.microsoft.com/office/drawing/2014/main" id="{8E39530C-9823-4B2F-B7DE-0D16414DEA8D}"/>
              </a:ext>
            </a:extLst>
          </p:cNvPr>
          <p:cNvSpPr>
            <a:spLocks xmlns:a="http://schemas.openxmlformats.org/drawingml/2006/main" noGrp="1"/>
          </p:cNvSpPr>
          <p:nvPr/>
        </p:nvSpPr>
        <p:spPr>
          <a:xfrm xmlns:a="http://schemas.openxmlformats.org/drawingml/2006/main">
            <a:off x="8115300" y="3352800"/>
            <a:ext cx="33813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02D3B"/>
                </a:solidFill>
                <a:latin typeface="Segoe UI"/>
                <a:ea typeface="Segoe UI"/>
                <a:cs typeface="Segoe UI"/>
              </a:defRPr>
            </a:defPPr>
            <a:lvl1pPr>
              <a:defRPr sz="2175" b="1">
                <a:solidFill>
                  <a:srgbClr val="102D3B"/>
                </a:solidFill>
                <a:latin typeface="Segoe UI"/>
                <a:ea typeface="Segoe UI"/>
                <a:cs typeface="Segoe UI"/>
              </a:defRPr>
            </a:lvl1pPr>
            <a:lvl2pPr>
              <a:defRPr sz="2175" b="1">
                <a:solidFill>
                  <a:srgbClr val="102D3B"/>
                </a:solidFill>
                <a:latin typeface="Segoe UI"/>
                <a:ea typeface="Segoe UI"/>
                <a:cs typeface="Segoe UI"/>
              </a:defRPr>
            </a:lvl2pPr>
            <a:lvl3pPr>
              <a:defRPr sz="2175" b="1">
                <a:solidFill>
                  <a:srgbClr val="102D3B"/>
                </a:solidFill>
                <a:latin typeface="Segoe UI"/>
                <a:ea typeface="Segoe UI"/>
                <a:cs typeface="Segoe UI"/>
              </a:defRPr>
            </a:lvl3pPr>
            <a:lvl4pPr>
              <a:defRPr sz="2175" b="1">
                <a:solidFill>
                  <a:srgbClr val="102D3B"/>
                </a:solidFill>
                <a:latin typeface="Segoe UI"/>
                <a:ea typeface="Segoe UI"/>
                <a:cs typeface="Segoe UI"/>
              </a:defRPr>
            </a:lvl4pPr>
            <a:lvl5pPr>
              <a:defRPr sz="2175" b="1">
                <a:solidFill>
                  <a:srgbClr val="102D3B"/>
                </a:solidFill>
                <a:latin typeface="Segoe UI"/>
                <a:ea typeface="Segoe UI"/>
                <a:cs typeface="Segoe UI"/>
              </a:defRPr>
            </a:lvl5pPr>
            <a:lvl6pPr>
              <a:defRPr sz="2175" b="1">
                <a:solidFill>
                  <a:srgbClr val="102D3B"/>
                </a:solidFill>
                <a:latin typeface="Segoe UI"/>
                <a:ea typeface="Segoe UI"/>
                <a:cs typeface="Segoe UI"/>
              </a:defRPr>
            </a:lvl6pPr>
            <a:lvl7pPr>
              <a:defRPr sz="2175" b="1">
                <a:solidFill>
                  <a:srgbClr val="102D3B"/>
                </a:solidFill>
                <a:latin typeface="Segoe UI"/>
                <a:ea typeface="Segoe UI"/>
                <a:cs typeface="Segoe UI"/>
              </a:defRPr>
            </a:lvl7pPr>
            <a:lvl8pPr>
              <a:defRPr sz="2175" b="1">
                <a:solidFill>
                  <a:srgbClr val="102D3B"/>
                </a:solidFill>
                <a:latin typeface="Segoe UI"/>
                <a:ea typeface="Segoe UI"/>
                <a:cs typeface="Segoe UI"/>
              </a:defRPr>
            </a:lvl8pPr>
            <a:lvl9pPr>
              <a:defRPr sz="2175" b="1">
                <a:solidFill>
                  <a:srgbClr val="102D3B"/>
                </a:solidFill>
                <a:latin typeface="Segoe UI"/>
                <a:ea typeface="Segoe UI"/>
                <a:cs typeface="Segoe UI"/>
              </a:defRPr>
            </a:lvl9pPr>
          </a:lstStyle>
          <a:p xmlns:a="http://schemas.openxmlformats.org/drawingml/2006/main">
            <a:pPr>
              <a:defRPr sz="2175" b="1">
                <a:solidFill>
                  <a:srgbClr val="102D3B"/>
                </a:solidFill>
                <a:latin typeface="Segoe UI"/>
                <a:ea typeface="Segoe UI"/>
                <a:cs typeface="Segoe UI"/>
              </a:defRPr>
            </a:pPr>
            <a:r>
              <a:rPr sz="2175" b="1">
                <a:solidFill>
                  <a:srgbClr val="102D3B"/>
                </a:solidFill>
                <a:latin typeface="Segoe UI"/>
                <a:ea typeface="Segoe UI"/>
                <a:cs typeface="Segoe UI"/>
              </a:rPr>
              <a:t>Güvenlik puanı</a:t>
            </a:r>
          </a:p>
        </p:txBody>
      </p:sp>
      <p:sp>
        <p:nvSpPr>
          <p:cNvPr id="8" name="">
            <a:extLst xmlns:a="http://schemas.openxmlformats.org/drawingml/2006/main">
              <a:ext uri="{FF2B5EF4-FFF2-40B4-BE49-F238E27FC236}">
                <a16:creationId xmlns:a16="http://schemas.microsoft.com/office/drawing/2014/main" id="{FDA5EEAC-0E42-4C03-B3E9-38DC9422C6D6}"/>
              </a:ext>
            </a:extLst>
          </p:cNvPr>
          <p:cNvSpPr>
            <a:spLocks xmlns:a="http://schemas.openxmlformats.org/drawingml/2006/main" noGrp="1"/>
          </p:cNvSpPr>
          <p:nvPr/>
        </p:nvSpPr>
        <p:spPr>
          <a:xfrm xmlns:a="http://schemas.openxmlformats.org/drawingml/2006/main">
            <a:off x="8115300" y="3914775"/>
            <a:ext cx="338137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57717A"/>
                </a:solidFill>
                <a:latin typeface="Segoe UI"/>
                <a:ea typeface="Segoe UI"/>
                <a:cs typeface="Segoe UI"/>
              </a:defRPr>
            </a:defPPr>
            <a:lvl1pPr>
              <a:defRPr sz="2025" b="0">
                <a:solidFill>
                  <a:srgbClr val="57717A"/>
                </a:solidFill>
                <a:latin typeface="Segoe UI"/>
                <a:ea typeface="Segoe UI"/>
                <a:cs typeface="Segoe UI"/>
              </a:defRPr>
            </a:lvl1pPr>
            <a:lvl2pPr>
              <a:defRPr sz="2025" b="0">
                <a:solidFill>
                  <a:srgbClr val="57717A"/>
                </a:solidFill>
                <a:latin typeface="Segoe UI"/>
                <a:ea typeface="Segoe UI"/>
                <a:cs typeface="Segoe UI"/>
              </a:defRPr>
            </a:lvl2pPr>
            <a:lvl3pPr>
              <a:defRPr sz="2025" b="0">
                <a:solidFill>
                  <a:srgbClr val="57717A"/>
                </a:solidFill>
                <a:latin typeface="Segoe UI"/>
                <a:ea typeface="Segoe UI"/>
                <a:cs typeface="Segoe UI"/>
              </a:defRPr>
            </a:lvl3pPr>
            <a:lvl4pPr>
              <a:defRPr sz="2025" b="0">
                <a:solidFill>
                  <a:srgbClr val="57717A"/>
                </a:solidFill>
                <a:latin typeface="Segoe UI"/>
                <a:ea typeface="Segoe UI"/>
                <a:cs typeface="Segoe UI"/>
              </a:defRPr>
            </a:lvl4pPr>
            <a:lvl5pPr>
              <a:defRPr sz="2025" b="0">
                <a:solidFill>
                  <a:srgbClr val="57717A"/>
                </a:solidFill>
                <a:latin typeface="Segoe UI"/>
                <a:ea typeface="Segoe UI"/>
                <a:cs typeface="Segoe UI"/>
              </a:defRPr>
            </a:lvl5pPr>
            <a:lvl6pPr>
              <a:defRPr sz="2025" b="0">
                <a:solidFill>
                  <a:srgbClr val="57717A"/>
                </a:solidFill>
                <a:latin typeface="Segoe UI"/>
                <a:ea typeface="Segoe UI"/>
                <a:cs typeface="Segoe UI"/>
              </a:defRPr>
            </a:lvl6pPr>
            <a:lvl7pPr>
              <a:defRPr sz="2025" b="0">
                <a:solidFill>
                  <a:srgbClr val="57717A"/>
                </a:solidFill>
                <a:latin typeface="Segoe UI"/>
                <a:ea typeface="Segoe UI"/>
                <a:cs typeface="Segoe UI"/>
              </a:defRPr>
            </a:lvl7pPr>
            <a:lvl8pPr>
              <a:defRPr sz="2025" b="0">
                <a:solidFill>
                  <a:srgbClr val="57717A"/>
                </a:solidFill>
                <a:latin typeface="Segoe UI"/>
                <a:ea typeface="Segoe UI"/>
                <a:cs typeface="Segoe UI"/>
              </a:defRPr>
            </a:lvl8pPr>
            <a:lvl9pPr>
              <a:defRPr sz="2025" b="0">
                <a:solidFill>
                  <a:srgbClr val="57717A"/>
                </a:solidFill>
                <a:latin typeface="Segoe UI"/>
                <a:ea typeface="Segoe UI"/>
                <a:cs typeface="Segoe UI"/>
              </a:defRPr>
            </a:lvl9pPr>
          </a:lstStyle>
          <a:p xmlns:a="http://schemas.openxmlformats.org/drawingml/2006/main">
            <a:pPr>
              <a:defRPr sz="2025" b="0">
                <a:solidFill>
                  <a:srgbClr val="57717A"/>
                </a:solidFill>
                <a:latin typeface="Segoe UI"/>
                <a:ea typeface="Segoe UI"/>
                <a:cs typeface="Segoe UI"/>
              </a:defRPr>
            </a:pPr>
            <a:r>
              <a:rPr sz="2025" b="0">
                <a:solidFill>
                  <a:srgbClr val="57717A"/>
                </a:solidFill>
                <a:latin typeface="Segoe UI"/>
                <a:ea typeface="Segoe UI"/>
                <a:cs typeface="Segoe UI"/>
              </a:rPr>
              <a:t>Alt, temsilî ve üst değer</a:t>
            </a:r>
          </a:p>
          <a:p xmlns:a="http://schemas.openxmlformats.org/drawingml/2006/main">
            <a:pPr>
              <a:defRPr sz="2025" b="0">
                <a:solidFill>
                  <a:srgbClr val="57717A"/>
                </a:solidFill>
                <a:latin typeface="Segoe UI"/>
                <a:ea typeface="Segoe UI"/>
                <a:cs typeface="Segoe UI"/>
              </a:defRPr>
            </a:pPr>
            <a:r>
              <a:rPr sz="2025" b="0">
                <a:solidFill>
                  <a:srgbClr val="57717A"/>
                </a:solidFill>
                <a:latin typeface="Segoe UI"/>
                <a:ea typeface="Segoe UI"/>
                <a:cs typeface="Segoe UI"/>
              </a:rPr>
              <a:t>birlikte değerlendirilir</a:t>
            </a:r>
          </a:p>
        </p:txBody>
      </p:sp>
      <p:sp>
        <p:nvSpPr>
          <p:cNvPr id="9" name="">
            <a:extLst xmlns:a="http://schemas.openxmlformats.org/drawingml/2006/main">
              <a:ext uri="{FF2B5EF4-FFF2-40B4-BE49-F238E27FC236}">
                <a16:creationId xmlns:a16="http://schemas.microsoft.com/office/drawing/2014/main" id="{85781CEE-C7FE-4D99-BC0D-B02D73AECE9D}"/>
              </a:ext>
            </a:extLst>
          </p:cNvPr>
          <p:cNvSpPr>
            <a:spLocks xmlns:a="http://schemas.openxmlformats.org/drawingml/2006/main" noGrp="1"/>
          </p:cNvSpPr>
          <p:nvPr/>
        </p:nvSpPr>
        <p:spPr>
          <a:xfrm xmlns:a="http://schemas.openxmlformats.org/drawingml/2006/main">
            <a:off x="8115300" y="5076825"/>
            <a:ext cx="33813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102D3B"/>
                </a:solidFill>
                <a:latin typeface="Segoe UI"/>
                <a:ea typeface="Segoe UI"/>
                <a:cs typeface="Segoe UI"/>
              </a:defRPr>
            </a:defPPr>
            <a:lvl1pPr>
              <a:defRPr sz="2100" b="1">
                <a:solidFill>
                  <a:srgbClr val="102D3B"/>
                </a:solidFill>
                <a:latin typeface="Segoe UI"/>
                <a:ea typeface="Segoe UI"/>
                <a:cs typeface="Segoe UI"/>
              </a:defRPr>
            </a:lvl1pPr>
            <a:lvl2pPr>
              <a:defRPr sz="2100" b="1">
                <a:solidFill>
                  <a:srgbClr val="102D3B"/>
                </a:solidFill>
                <a:latin typeface="Segoe UI"/>
                <a:ea typeface="Segoe UI"/>
                <a:cs typeface="Segoe UI"/>
              </a:defRPr>
            </a:lvl2pPr>
            <a:lvl3pPr>
              <a:defRPr sz="2100" b="1">
                <a:solidFill>
                  <a:srgbClr val="102D3B"/>
                </a:solidFill>
                <a:latin typeface="Segoe UI"/>
                <a:ea typeface="Segoe UI"/>
                <a:cs typeface="Segoe UI"/>
              </a:defRPr>
            </a:lvl3pPr>
            <a:lvl4pPr>
              <a:defRPr sz="2100" b="1">
                <a:solidFill>
                  <a:srgbClr val="102D3B"/>
                </a:solidFill>
                <a:latin typeface="Segoe UI"/>
                <a:ea typeface="Segoe UI"/>
                <a:cs typeface="Segoe UI"/>
              </a:defRPr>
            </a:lvl4pPr>
            <a:lvl5pPr>
              <a:defRPr sz="2100" b="1">
                <a:solidFill>
                  <a:srgbClr val="102D3B"/>
                </a:solidFill>
                <a:latin typeface="Segoe UI"/>
                <a:ea typeface="Segoe UI"/>
                <a:cs typeface="Segoe UI"/>
              </a:defRPr>
            </a:lvl5pPr>
            <a:lvl6pPr>
              <a:defRPr sz="2100" b="1">
                <a:solidFill>
                  <a:srgbClr val="102D3B"/>
                </a:solidFill>
                <a:latin typeface="Segoe UI"/>
                <a:ea typeface="Segoe UI"/>
                <a:cs typeface="Segoe UI"/>
              </a:defRPr>
            </a:lvl6pPr>
            <a:lvl7pPr>
              <a:defRPr sz="2100" b="1">
                <a:solidFill>
                  <a:srgbClr val="102D3B"/>
                </a:solidFill>
                <a:latin typeface="Segoe UI"/>
                <a:ea typeface="Segoe UI"/>
                <a:cs typeface="Segoe UI"/>
              </a:defRPr>
            </a:lvl7pPr>
            <a:lvl8pPr>
              <a:defRPr sz="2100" b="1">
                <a:solidFill>
                  <a:srgbClr val="102D3B"/>
                </a:solidFill>
                <a:latin typeface="Segoe UI"/>
                <a:ea typeface="Segoe UI"/>
                <a:cs typeface="Segoe UI"/>
              </a:defRPr>
            </a:lvl8pPr>
            <a:lvl9pPr>
              <a:defRPr sz="2100" b="1">
                <a:solidFill>
                  <a:srgbClr val="102D3B"/>
                </a:solidFill>
                <a:latin typeface="Segoe UI"/>
                <a:ea typeface="Segoe UI"/>
                <a:cs typeface="Segoe UI"/>
              </a:defRPr>
            </a:lvl9pPr>
          </a:lstStyle>
          <a:p xmlns:a="http://schemas.openxmlformats.org/drawingml/2006/main">
            <a:pPr>
              <a:defRPr sz="2100" b="1">
                <a:solidFill>
                  <a:srgbClr val="102D3B"/>
                </a:solidFill>
                <a:latin typeface="Segoe UI"/>
                <a:ea typeface="Segoe UI"/>
                <a:cs typeface="Segoe UI"/>
              </a:defRPr>
            </a:pPr>
            <a:r>
              <a:rPr sz="2100" b="1">
                <a:solidFill>
                  <a:srgbClr val="102D3B"/>
                </a:solidFill>
                <a:latin typeface="Segoe UI"/>
                <a:ea typeface="Segoe UI"/>
                <a:cs typeface="Segoe UI"/>
              </a:rPr>
              <a:t>Puan =</a:t>
            </a:r>
          </a:p>
          <a:p xmlns:a="http://schemas.openxmlformats.org/drawingml/2006/main">
            <a:pPr>
              <a:defRPr sz="2100" b="1">
                <a:solidFill>
                  <a:srgbClr val="102D3B"/>
                </a:solidFill>
                <a:latin typeface="Segoe UI"/>
                <a:ea typeface="Segoe UI"/>
                <a:cs typeface="Segoe UI"/>
              </a:defRPr>
            </a:pPr>
            <a:r>
              <a:rPr sz="2100" b="1">
                <a:solidFill>
                  <a:srgbClr val="102D3B"/>
                </a:solidFill>
                <a:latin typeface="Segoe UI"/>
                <a:ea typeface="Segoe UI"/>
                <a:cs typeface="Segoe UI"/>
              </a:rPr>
              <a:t>(a + 4b + c) / 6</a:t>
            </a:r>
          </a:p>
        </p:txBody>
      </p:sp>
      <p:sp>
        <p:nvSpPr>
          <p:cNvPr id="10" name="">
            <a:extLst xmlns:a="http://schemas.openxmlformats.org/drawingml/2006/main">
              <a:ext uri="{FF2B5EF4-FFF2-40B4-BE49-F238E27FC236}">
                <a16:creationId xmlns:a16="http://schemas.microsoft.com/office/drawing/2014/main" id="{DF783BBC-5B54-46D8-9F38-5DD1F0379A94}"/>
              </a:ext>
            </a:extLst>
          </p:cNvPr>
          <p:cNvSpPr>
            <a:spLocks xmlns:a="http://schemas.openxmlformats.org/drawingml/2006/main" noGrp="1"/>
          </p:cNvSpPr>
          <p:nvPr/>
        </p:nvSpPr>
        <p:spPr>
          <a:xfrm xmlns:a="http://schemas.openxmlformats.org/drawingml/2006/main">
            <a:off x="628650" y="6029325"/>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57717A"/>
                </a:solidFill>
                <a:latin typeface="Segoe UI"/>
                <a:ea typeface="Segoe UI"/>
                <a:cs typeface="Segoe UI"/>
              </a:defRPr>
            </a:defPPr>
            <a:lvl1pPr>
              <a:defRPr sz="1875" b="0">
                <a:solidFill>
                  <a:srgbClr val="57717A"/>
                </a:solidFill>
                <a:latin typeface="Segoe UI"/>
                <a:ea typeface="Segoe UI"/>
                <a:cs typeface="Segoe UI"/>
              </a:defRPr>
            </a:lvl1pPr>
            <a:lvl2pPr>
              <a:defRPr sz="1875" b="0">
                <a:solidFill>
                  <a:srgbClr val="57717A"/>
                </a:solidFill>
                <a:latin typeface="Segoe UI"/>
                <a:ea typeface="Segoe UI"/>
                <a:cs typeface="Segoe UI"/>
              </a:defRPr>
            </a:lvl2pPr>
            <a:lvl3pPr>
              <a:defRPr sz="1875" b="0">
                <a:solidFill>
                  <a:srgbClr val="57717A"/>
                </a:solidFill>
                <a:latin typeface="Segoe UI"/>
                <a:ea typeface="Segoe UI"/>
                <a:cs typeface="Segoe UI"/>
              </a:defRPr>
            </a:lvl3pPr>
            <a:lvl4pPr>
              <a:defRPr sz="1875" b="0">
                <a:solidFill>
                  <a:srgbClr val="57717A"/>
                </a:solidFill>
                <a:latin typeface="Segoe UI"/>
                <a:ea typeface="Segoe UI"/>
                <a:cs typeface="Segoe UI"/>
              </a:defRPr>
            </a:lvl4pPr>
            <a:lvl5pPr>
              <a:defRPr sz="1875" b="0">
                <a:solidFill>
                  <a:srgbClr val="57717A"/>
                </a:solidFill>
                <a:latin typeface="Segoe UI"/>
                <a:ea typeface="Segoe UI"/>
                <a:cs typeface="Segoe UI"/>
              </a:defRPr>
            </a:lvl5pPr>
            <a:lvl6pPr>
              <a:defRPr sz="1875" b="0">
                <a:solidFill>
                  <a:srgbClr val="57717A"/>
                </a:solidFill>
                <a:latin typeface="Segoe UI"/>
                <a:ea typeface="Segoe UI"/>
                <a:cs typeface="Segoe UI"/>
              </a:defRPr>
            </a:lvl6pPr>
            <a:lvl7pPr>
              <a:defRPr sz="1875" b="0">
                <a:solidFill>
                  <a:srgbClr val="57717A"/>
                </a:solidFill>
                <a:latin typeface="Segoe UI"/>
                <a:ea typeface="Segoe UI"/>
                <a:cs typeface="Segoe UI"/>
              </a:defRPr>
            </a:lvl7pPr>
            <a:lvl8pPr>
              <a:defRPr sz="1875" b="0">
                <a:solidFill>
                  <a:srgbClr val="57717A"/>
                </a:solidFill>
                <a:latin typeface="Segoe UI"/>
                <a:ea typeface="Segoe UI"/>
                <a:cs typeface="Segoe UI"/>
              </a:defRPr>
            </a:lvl8pPr>
            <a:lvl9pPr>
              <a:defRPr sz="1875" b="0">
                <a:solidFill>
                  <a:srgbClr val="57717A"/>
                </a:solidFill>
                <a:latin typeface="Segoe UI"/>
                <a:ea typeface="Segoe UI"/>
                <a:cs typeface="Segoe UI"/>
              </a:defRPr>
            </a:lvl9pPr>
          </a:lstStyle>
          <a:p xmlns:a="http://schemas.openxmlformats.org/drawingml/2006/main">
            <a:pPr>
              <a:defRPr sz="1875" b="0">
                <a:solidFill>
                  <a:srgbClr val="57717A"/>
                </a:solidFill>
                <a:latin typeface="Segoe UI"/>
                <a:ea typeface="Segoe UI"/>
                <a:cs typeface="Segoe UI"/>
              </a:defRPr>
            </a:pPr>
            <a:r>
              <a:rPr sz="1875" b="0">
                <a:solidFill>
                  <a:srgbClr val="57717A"/>
                </a:solidFill>
                <a:latin typeface="Segoe UI"/>
                <a:ea typeface="Segoe UI"/>
                <a:cs typeface="Segoe UI"/>
              </a:rPr>
              <a:t>Üyelik derecesi, saldırı olasılığı anlamına gelmez</a:t>
            </a:r>
          </a:p>
        </p:txBody>
      </p:sp>
      <p:sp>
        <p:nvSpPr>
          <p:cNvPr id="11" name="">
            <a:extLst xmlns:a="http://schemas.openxmlformats.org/drawingml/2006/main">
              <a:ext uri="{FF2B5EF4-FFF2-40B4-BE49-F238E27FC236}">
                <a16:creationId xmlns:a16="http://schemas.microsoft.com/office/drawing/2014/main" id="{CD9433AE-0DBD-4457-8545-BC3CA95A0781}"/>
              </a:ext>
            </a:extLst>
          </p:cNvPr>
          <p:cNvSpPr>
            <a:spLocks xmlns:a="http://schemas.openxmlformats.org/drawingml/2006/main" noGrp="1"/>
          </p:cNvSpPr>
          <p:nvPr/>
        </p:nvSpPr>
        <p:spPr>
          <a:xfrm xmlns:a="http://schemas.openxmlformats.org/drawingml/2006/main">
            <a:off x="628650" y="1562100"/>
            <a:ext cx="666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a:solidFill>
                  <a:srgbClr val="57717A"/>
                </a:solidFill>
                <a:latin typeface="Segoe UI"/>
                <a:ea typeface="Segoe UI"/>
                <a:cs typeface="Segoe UI"/>
              </a:defRPr>
            </a:defPPr>
            <a:lvl1pPr>
              <a:defRPr sz="1800">
                <a:solidFill>
                  <a:srgbClr val="57717A"/>
                </a:solidFill>
                <a:latin typeface="Segoe UI"/>
                <a:ea typeface="Segoe UI"/>
                <a:cs typeface="Segoe UI"/>
              </a:defRPr>
            </a:lvl1pPr>
            <a:lvl2pPr>
              <a:defRPr sz="1800">
                <a:solidFill>
                  <a:srgbClr val="57717A"/>
                </a:solidFill>
                <a:latin typeface="Segoe UI"/>
                <a:ea typeface="Segoe UI"/>
                <a:cs typeface="Segoe UI"/>
              </a:defRPr>
            </a:lvl2pPr>
            <a:lvl3pPr>
              <a:defRPr sz="1800">
                <a:solidFill>
                  <a:srgbClr val="57717A"/>
                </a:solidFill>
                <a:latin typeface="Segoe UI"/>
                <a:ea typeface="Segoe UI"/>
                <a:cs typeface="Segoe UI"/>
              </a:defRPr>
            </a:lvl3pPr>
            <a:lvl4pPr>
              <a:defRPr sz="1800">
                <a:solidFill>
                  <a:srgbClr val="57717A"/>
                </a:solidFill>
                <a:latin typeface="Segoe UI"/>
                <a:ea typeface="Segoe UI"/>
                <a:cs typeface="Segoe UI"/>
              </a:defRPr>
            </a:lvl4pPr>
            <a:lvl5pPr>
              <a:defRPr sz="1800">
                <a:solidFill>
                  <a:srgbClr val="57717A"/>
                </a:solidFill>
                <a:latin typeface="Segoe UI"/>
                <a:ea typeface="Segoe UI"/>
                <a:cs typeface="Segoe UI"/>
              </a:defRPr>
            </a:lvl5pPr>
            <a:lvl6pPr>
              <a:defRPr sz="1800">
                <a:solidFill>
                  <a:srgbClr val="57717A"/>
                </a:solidFill>
                <a:latin typeface="Segoe UI"/>
                <a:ea typeface="Segoe UI"/>
                <a:cs typeface="Segoe UI"/>
              </a:defRPr>
            </a:lvl6pPr>
            <a:lvl7pPr>
              <a:defRPr sz="1800">
                <a:solidFill>
                  <a:srgbClr val="57717A"/>
                </a:solidFill>
                <a:latin typeface="Segoe UI"/>
                <a:ea typeface="Segoe UI"/>
                <a:cs typeface="Segoe UI"/>
              </a:defRPr>
            </a:lvl7pPr>
            <a:lvl8pPr>
              <a:defRPr sz="1800">
                <a:solidFill>
                  <a:srgbClr val="57717A"/>
                </a:solidFill>
                <a:latin typeface="Segoe UI"/>
                <a:ea typeface="Segoe UI"/>
                <a:cs typeface="Segoe UI"/>
              </a:defRPr>
            </a:lvl8pPr>
            <a:lvl9pPr>
              <a:defRPr sz="1800">
                <a:solidFill>
                  <a:srgbClr val="57717A"/>
                </a:solidFill>
                <a:latin typeface="Segoe UI"/>
                <a:ea typeface="Segoe UI"/>
                <a:cs typeface="Segoe UI"/>
              </a:defRPr>
            </a:lvl9pPr>
          </a:lstStyle>
          <a:p xmlns:a="http://schemas.openxmlformats.org/drawingml/2006/main">
            <a:pPr>
              <a:defRPr sz="1800">
                <a:solidFill>
                  <a:srgbClr val="57717A"/>
                </a:solidFill>
                <a:latin typeface="Segoe UI"/>
                <a:ea typeface="Segoe UI"/>
                <a:cs typeface="Segoe UI"/>
              </a:defRPr>
            </a:pPr>
            <a:r>
              <a:rPr sz="1800">
                <a:solidFill>
                  <a:srgbClr val="57717A"/>
                </a:solidFill>
                <a:latin typeface="Segoe UI"/>
                <a:ea typeface="Segoe UI"/>
                <a:cs typeface="Segoe UI"/>
              </a:rPr>
              <a:t>Üyelik derecesi</a:t>
            </a:r>
          </a:p>
        </p:txBody>
      </p:sp>
      <p:sp>
        <p:nvSpPr>
          <p:cNvPr id="12" name="">
            <a:extLst xmlns:a="http://schemas.openxmlformats.org/drawingml/2006/main">
              <a:ext uri="{FF2B5EF4-FFF2-40B4-BE49-F238E27FC236}">
                <a16:creationId xmlns:a16="http://schemas.microsoft.com/office/drawing/2014/main" id="{DC2C8006-2348-4D15-B015-0EFE7C309C4B}"/>
              </a:ext>
            </a:extLst>
          </p:cNvPr>
          <p:cNvSpPr>
            <a:spLocks xmlns:a="http://schemas.openxmlformats.org/drawingml/2006/main" noGrp="1"/>
          </p:cNvSpPr>
          <p:nvPr/>
        </p:nvSpPr>
        <p:spPr>
          <a:xfrm xmlns:a="http://schemas.openxmlformats.org/drawingml/2006/main">
            <a:off x="628650" y="5514975"/>
            <a:ext cx="7191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250">
                <a:solidFill>
                  <a:srgbClr val="102D3B"/>
                </a:solidFill>
                <a:latin typeface="Segoe UI"/>
                <a:ea typeface="Segoe UI"/>
                <a:cs typeface="Segoe UI"/>
              </a:defRPr>
            </a:defPPr>
            <a:lvl1pPr>
              <a:defRPr sz="2250">
                <a:solidFill>
                  <a:srgbClr val="102D3B"/>
                </a:solidFill>
                <a:latin typeface="Segoe UI"/>
                <a:ea typeface="Segoe UI"/>
                <a:cs typeface="Segoe UI"/>
              </a:defRPr>
            </a:lvl1pPr>
            <a:lvl2pPr>
              <a:defRPr sz="2250">
                <a:solidFill>
                  <a:srgbClr val="102D3B"/>
                </a:solidFill>
                <a:latin typeface="Segoe UI"/>
                <a:ea typeface="Segoe UI"/>
                <a:cs typeface="Segoe UI"/>
              </a:defRPr>
            </a:lvl2pPr>
            <a:lvl3pPr>
              <a:defRPr sz="2250">
                <a:solidFill>
                  <a:srgbClr val="102D3B"/>
                </a:solidFill>
                <a:latin typeface="Segoe UI"/>
                <a:ea typeface="Segoe UI"/>
                <a:cs typeface="Segoe UI"/>
              </a:defRPr>
            </a:lvl3pPr>
            <a:lvl4pPr>
              <a:defRPr sz="2250">
                <a:solidFill>
                  <a:srgbClr val="102D3B"/>
                </a:solidFill>
                <a:latin typeface="Segoe UI"/>
                <a:ea typeface="Segoe UI"/>
                <a:cs typeface="Segoe UI"/>
              </a:defRPr>
            </a:lvl4pPr>
            <a:lvl5pPr>
              <a:defRPr sz="2250">
                <a:solidFill>
                  <a:srgbClr val="102D3B"/>
                </a:solidFill>
                <a:latin typeface="Segoe UI"/>
                <a:ea typeface="Segoe UI"/>
                <a:cs typeface="Segoe UI"/>
              </a:defRPr>
            </a:lvl5pPr>
            <a:lvl6pPr>
              <a:defRPr sz="2250">
                <a:solidFill>
                  <a:srgbClr val="102D3B"/>
                </a:solidFill>
                <a:latin typeface="Segoe UI"/>
                <a:ea typeface="Segoe UI"/>
                <a:cs typeface="Segoe UI"/>
              </a:defRPr>
            </a:lvl6pPr>
            <a:lvl7pPr>
              <a:defRPr sz="2250">
                <a:solidFill>
                  <a:srgbClr val="102D3B"/>
                </a:solidFill>
                <a:latin typeface="Segoe UI"/>
                <a:ea typeface="Segoe UI"/>
                <a:cs typeface="Segoe UI"/>
              </a:defRPr>
            </a:lvl7pPr>
            <a:lvl8pPr>
              <a:defRPr sz="2250">
                <a:solidFill>
                  <a:srgbClr val="102D3B"/>
                </a:solidFill>
                <a:latin typeface="Segoe UI"/>
                <a:ea typeface="Segoe UI"/>
                <a:cs typeface="Segoe UI"/>
              </a:defRPr>
            </a:lvl8pPr>
            <a:lvl9pPr>
              <a:defRPr sz="2250">
                <a:solidFill>
                  <a:srgbClr val="102D3B"/>
                </a:solidFill>
                <a:latin typeface="Segoe UI"/>
                <a:ea typeface="Segoe UI"/>
                <a:cs typeface="Segoe UI"/>
              </a:defRPr>
            </a:lvl9pPr>
          </a:lstStyle>
          <a:p xmlns:a="http://schemas.openxmlformats.org/drawingml/2006/main">
            <a:pPr>
              <a:defRPr sz="2250">
                <a:solidFill>
                  <a:srgbClr val="102D3B"/>
                </a:solidFill>
                <a:latin typeface="Segoe UI"/>
                <a:ea typeface="Segoe UI"/>
                <a:cs typeface="Segoe UI"/>
              </a:defRPr>
            </a:pPr>
            <a:r>
              <a:rPr sz="2250">
                <a:solidFill>
                  <a:srgbClr val="102D3B"/>
                </a:solidFill>
                <a:latin typeface="Segoe UI"/>
                <a:ea typeface="Segoe UI"/>
                <a:cs typeface="Segoe UI"/>
              </a:rPr>
              <a:t>a = 0,40      b = 0,70      c = 1,00</a:t>
            </a:r>
          </a:p>
        </p:txBody>
      </p:sp>
    </p:spTree>
    <p:extLst>
      <p:ext uri="{BB962C8B-B14F-4D97-AF65-F5344CB8AC3E}">
        <p14:creationId xmlns:p14="http://schemas.microsoft.com/office/powerpoint/2010/main" val="712610015"/>
      </p:ext>
    </p:extLst>
  </p:cSld>
</p:sld>
</file>

<file path=ppt/slides/slide8.xml><?xml version="1.0" encoding="utf-8"?>
<p:sld xmlns:p="http://schemas.openxmlformats.org/presentationml/2006/main">
  <p:cSld>
    <p:bg>
      <p:bgPr>
        <a:solidFill xmlns:a="http://schemas.openxmlformats.org/drawingml/2006/main">
          <a:srgbClr val="081C2B"/>
        </a:solidFill>
      </p:bgPr>
    </p:bg>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1CEA8352-30B6-47E6-9A27-3A97A97A9A62}"/>
              </a:ext>
            </a:extLst>
          </p:cNvPr>
          <p:cNvPicPr>
            <a:picLocks xmlns:a="http://schemas.openxmlformats.org/drawingml/2006/main" noChangeAspect="1"/>
          </p:cNvPicPr>
          <p:nvPr/>
        </p:nvPicPr>
        <p:blipFill>
          <a:blip xmlns:r="http://schemas.openxmlformats.org/officeDocument/2006/relationships" xmlns:a="http://schemas.openxmlformats.org/drawingml/2006/main" r:embed="R973c8b1440f54ad4"/>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3" name="title">
            <a:extLst xmlns:a="http://schemas.openxmlformats.org/drawingml/2006/main">
              <a:ext uri="{FF2B5EF4-FFF2-40B4-BE49-F238E27FC236}">
                <a16:creationId xmlns:a16="http://schemas.microsoft.com/office/drawing/2014/main" id="{53529CC3-1890-43EA-B83A-2B9BA31E4C64}"/>
              </a:ext>
            </a:extLst>
          </p:cNvPr>
          <p:cNvSpPr>
            <a:spLocks xmlns:a="http://schemas.openxmlformats.org/drawingml/2006/main" noGrp="1"/>
          </p:cNvSpPr>
          <p:nvPr/>
        </p:nvSpPr>
        <p:spPr>
          <a:xfrm xmlns:a="http://schemas.openxmlformats.org/drawingml/2006/main">
            <a:off x="628650" y="457200"/>
            <a:ext cx="109347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600" b="1">
                <a:solidFill>
                  <a:srgbClr val="F7FBFC"/>
                </a:solidFill>
                <a:latin typeface="Segoe UI"/>
                <a:ea typeface="Segoe UI"/>
                <a:cs typeface="Segoe UI"/>
              </a:defRPr>
            </a:defPPr>
            <a:lvl1pPr>
              <a:defRPr sz="3600" b="1">
                <a:solidFill>
                  <a:srgbClr val="F7FBFC"/>
                </a:solidFill>
                <a:latin typeface="Segoe UI"/>
                <a:ea typeface="Segoe UI"/>
                <a:cs typeface="Segoe UI"/>
              </a:defRPr>
            </a:lvl1pPr>
            <a:lvl2pPr>
              <a:defRPr sz="3600" b="1">
                <a:solidFill>
                  <a:srgbClr val="F7FBFC"/>
                </a:solidFill>
                <a:latin typeface="Segoe UI"/>
                <a:ea typeface="Segoe UI"/>
                <a:cs typeface="Segoe UI"/>
              </a:defRPr>
            </a:lvl2pPr>
            <a:lvl3pPr>
              <a:defRPr sz="3600" b="1">
                <a:solidFill>
                  <a:srgbClr val="F7FBFC"/>
                </a:solidFill>
                <a:latin typeface="Segoe UI"/>
                <a:ea typeface="Segoe UI"/>
                <a:cs typeface="Segoe UI"/>
              </a:defRPr>
            </a:lvl3pPr>
            <a:lvl4pPr>
              <a:defRPr sz="3600" b="1">
                <a:solidFill>
                  <a:srgbClr val="F7FBFC"/>
                </a:solidFill>
                <a:latin typeface="Segoe UI"/>
                <a:ea typeface="Segoe UI"/>
                <a:cs typeface="Segoe UI"/>
              </a:defRPr>
            </a:lvl4pPr>
            <a:lvl5pPr>
              <a:defRPr sz="3600" b="1">
                <a:solidFill>
                  <a:srgbClr val="F7FBFC"/>
                </a:solidFill>
                <a:latin typeface="Segoe UI"/>
                <a:ea typeface="Segoe UI"/>
                <a:cs typeface="Segoe UI"/>
              </a:defRPr>
            </a:lvl5pPr>
            <a:lvl6pPr>
              <a:defRPr sz="3600" b="1">
                <a:solidFill>
                  <a:srgbClr val="F7FBFC"/>
                </a:solidFill>
                <a:latin typeface="Segoe UI"/>
                <a:ea typeface="Segoe UI"/>
                <a:cs typeface="Segoe UI"/>
              </a:defRPr>
            </a:lvl6pPr>
            <a:lvl7pPr>
              <a:defRPr sz="3600" b="1">
                <a:solidFill>
                  <a:srgbClr val="F7FBFC"/>
                </a:solidFill>
                <a:latin typeface="Segoe UI"/>
                <a:ea typeface="Segoe UI"/>
                <a:cs typeface="Segoe UI"/>
              </a:defRPr>
            </a:lvl7pPr>
            <a:lvl8pPr>
              <a:defRPr sz="3600" b="1">
                <a:solidFill>
                  <a:srgbClr val="F7FBFC"/>
                </a:solidFill>
                <a:latin typeface="Segoe UI"/>
                <a:ea typeface="Segoe UI"/>
                <a:cs typeface="Segoe UI"/>
              </a:defRPr>
            </a:lvl8pPr>
            <a:lvl9pPr>
              <a:defRPr sz="3600" b="1">
                <a:solidFill>
                  <a:srgbClr val="F7FBFC"/>
                </a:solidFill>
                <a:latin typeface="Segoe UI"/>
                <a:ea typeface="Segoe UI"/>
                <a:cs typeface="Segoe UI"/>
              </a:defRPr>
            </a:lvl9pPr>
          </a:lstStyle>
          <a:p xmlns:a="http://schemas.openxmlformats.org/drawingml/2006/main">
            <a:pPr>
              <a:defRPr sz="3600" b="1">
                <a:solidFill>
                  <a:srgbClr val="F7FBFC"/>
                </a:solidFill>
                <a:latin typeface="Segoe UI"/>
                <a:ea typeface="Segoe UI"/>
                <a:cs typeface="Segoe UI"/>
              </a:defRPr>
            </a:pPr>
            <a:r>
              <a:rPr sz="3600" b="1">
                <a:solidFill>
                  <a:srgbClr val="F7FBFC"/>
                </a:solidFill>
                <a:latin typeface="Segoe UI"/>
                <a:ea typeface="Segoe UI"/>
                <a:cs typeface="Segoe UI"/>
              </a:rPr>
              <a:t>BOALBFS’nin iki katmanı</a:t>
            </a:r>
          </a:p>
        </p:txBody>
      </p:sp>
      <p:sp>
        <p:nvSpPr>
          <p:cNvPr id="4" name="page">
            <a:extLst xmlns:a="http://schemas.openxmlformats.org/drawingml/2006/main">
              <a:ext uri="{FF2B5EF4-FFF2-40B4-BE49-F238E27FC236}">
                <a16:creationId xmlns:a16="http://schemas.microsoft.com/office/drawing/2014/main" id="{0B74C5FA-09D8-4CFB-B9D7-D23D6589A6D1}"/>
              </a:ext>
            </a:extLst>
          </p:cNvPr>
          <p:cNvSpPr>
            <a:spLocks xmlns:a="http://schemas.openxmlformats.org/drawingml/2006/main" noGrp="1"/>
          </p:cNvSpPr>
          <p:nvPr/>
        </p:nvSpPr>
        <p:spPr>
          <a:xfrm xmlns:a="http://schemas.openxmlformats.org/drawingml/2006/main">
            <a:off x="11182350" y="6334125"/>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ACC5CC"/>
                </a:solidFill>
                <a:latin typeface="Segoe UI"/>
                <a:ea typeface="Segoe UI"/>
                <a:cs typeface="Segoe UI"/>
              </a:defRPr>
            </a:defPPr>
            <a:lvl1pPr>
              <a:defRPr sz="1575" b="0">
                <a:solidFill>
                  <a:srgbClr val="ACC5CC"/>
                </a:solidFill>
                <a:latin typeface="Segoe UI"/>
                <a:ea typeface="Segoe UI"/>
                <a:cs typeface="Segoe UI"/>
              </a:defRPr>
            </a:lvl1pPr>
            <a:lvl2pPr>
              <a:defRPr sz="1575" b="0">
                <a:solidFill>
                  <a:srgbClr val="ACC5CC"/>
                </a:solidFill>
                <a:latin typeface="Segoe UI"/>
                <a:ea typeface="Segoe UI"/>
                <a:cs typeface="Segoe UI"/>
              </a:defRPr>
            </a:lvl2pPr>
            <a:lvl3pPr>
              <a:defRPr sz="1575" b="0">
                <a:solidFill>
                  <a:srgbClr val="ACC5CC"/>
                </a:solidFill>
                <a:latin typeface="Segoe UI"/>
                <a:ea typeface="Segoe UI"/>
                <a:cs typeface="Segoe UI"/>
              </a:defRPr>
            </a:lvl3pPr>
            <a:lvl4pPr>
              <a:defRPr sz="1575" b="0">
                <a:solidFill>
                  <a:srgbClr val="ACC5CC"/>
                </a:solidFill>
                <a:latin typeface="Segoe UI"/>
                <a:ea typeface="Segoe UI"/>
                <a:cs typeface="Segoe UI"/>
              </a:defRPr>
            </a:lvl4pPr>
            <a:lvl5pPr>
              <a:defRPr sz="1575" b="0">
                <a:solidFill>
                  <a:srgbClr val="ACC5CC"/>
                </a:solidFill>
                <a:latin typeface="Segoe UI"/>
                <a:ea typeface="Segoe UI"/>
                <a:cs typeface="Segoe UI"/>
              </a:defRPr>
            </a:lvl5pPr>
            <a:lvl6pPr>
              <a:defRPr sz="1575" b="0">
                <a:solidFill>
                  <a:srgbClr val="ACC5CC"/>
                </a:solidFill>
                <a:latin typeface="Segoe UI"/>
                <a:ea typeface="Segoe UI"/>
                <a:cs typeface="Segoe UI"/>
              </a:defRPr>
            </a:lvl6pPr>
            <a:lvl7pPr>
              <a:defRPr sz="1575" b="0">
                <a:solidFill>
                  <a:srgbClr val="ACC5CC"/>
                </a:solidFill>
                <a:latin typeface="Segoe UI"/>
                <a:ea typeface="Segoe UI"/>
                <a:cs typeface="Segoe UI"/>
              </a:defRPr>
            </a:lvl7pPr>
            <a:lvl8pPr>
              <a:defRPr sz="1575" b="0">
                <a:solidFill>
                  <a:srgbClr val="ACC5CC"/>
                </a:solidFill>
                <a:latin typeface="Segoe UI"/>
                <a:ea typeface="Segoe UI"/>
                <a:cs typeface="Segoe UI"/>
              </a:defRPr>
            </a:lvl8pPr>
            <a:lvl9pPr>
              <a:defRPr sz="1575" b="0">
                <a:solidFill>
                  <a:srgbClr val="ACC5CC"/>
                </a:solidFill>
                <a:latin typeface="Segoe UI"/>
                <a:ea typeface="Segoe UI"/>
                <a:cs typeface="Segoe UI"/>
              </a:defRPr>
            </a:lvl9pPr>
          </a:lstStyle>
          <a:p xmlns:a="http://schemas.openxmlformats.org/drawingml/2006/main">
            <a:pPr>
              <a:defRPr sz="1575" b="0">
                <a:solidFill>
                  <a:srgbClr val="ACC5CC"/>
                </a:solidFill>
                <a:latin typeface="Segoe UI"/>
                <a:ea typeface="Segoe UI"/>
                <a:cs typeface="Segoe UI"/>
              </a:defRPr>
            </a:pPr>
            <a:r>
              <a:rPr sz="1575" b="0">
                <a:solidFill>
                  <a:srgbClr val="ACC5CC"/>
                </a:solidFill>
                <a:latin typeface="Segoe UI"/>
                <a:ea typeface="Segoe UI"/>
                <a:cs typeface="Segoe UI"/>
              </a:rPr>
              <a:t>08</a:t>
            </a:r>
          </a:p>
        </p:txBody>
      </p:sp>
      <p:sp>
        <p:nvSpPr>
          <p:cNvPr id="5" name="">
            <a:extLst xmlns:a="http://schemas.openxmlformats.org/drawingml/2006/main">
              <a:ext uri="{FF2B5EF4-FFF2-40B4-BE49-F238E27FC236}">
                <a16:creationId xmlns:a16="http://schemas.microsoft.com/office/drawing/2014/main" id="{597EF7EB-FE12-4CBE-8BD9-8BA51A17F52F}"/>
              </a:ext>
            </a:extLst>
          </p:cNvPr>
          <p:cNvSpPr>
            <a:spLocks xmlns:a="http://schemas.openxmlformats.org/drawingml/2006/main" noGrp="1"/>
          </p:cNvSpPr>
          <p:nvPr/>
        </p:nvSpPr>
        <p:spPr>
          <a:xfrm xmlns:a="http://schemas.openxmlformats.org/drawingml/2006/main">
            <a:off x="628650" y="1533525"/>
            <a:ext cx="108585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ACC5CC"/>
                </a:solidFill>
                <a:latin typeface="Segoe UI"/>
                <a:ea typeface="Segoe UI"/>
                <a:cs typeface="Segoe UI"/>
              </a:defRPr>
            </a:defPPr>
            <a:lvl1pPr>
              <a:defRPr sz="2175" b="0">
                <a:solidFill>
                  <a:srgbClr val="ACC5CC"/>
                </a:solidFill>
                <a:latin typeface="Segoe UI"/>
                <a:ea typeface="Segoe UI"/>
                <a:cs typeface="Segoe UI"/>
              </a:defRPr>
            </a:lvl1pPr>
            <a:lvl2pPr>
              <a:defRPr sz="2175" b="0">
                <a:solidFill>
                  <a:srgbClr val="ACC5CC"/>
                </a:solidFill>
                <a:latin typeface="Segoe UI"/>
                <a:ea typeface="Segoe UI"/>
                <a:cs typeface="Segoe UI"/>
              </a:defRPr>
            </a:lvl2pPr>
            <a:lvl3pPr>
              <a:defRPr sz="2175" b="0">
                <a:solidFill>
                  <a:srgbClr val="ACC5CC"/>
                </a:solidFill>
                <a:latin typeface="Segoe UI"/>
                <a:ea typeface="Segoe UI"/>
                <a:cs typeface="Segoe UI"/>
              </a:defRPr>
            </a:lvl3pPr>
            <a:lvl4pPr>
              <a:defRPr sz="2175" b="0">
                <a:solidFill>
                  <a:srgbClr val="ACC5CC"/>
                </a:solidFill>
                <a:latin typeface="Segoe UI"/>
                <a:ea typeface="Segoe UI"/>
                <a:cs typeface="Segoe UI"/>
              </a:defRPr>
            </a:lvl4pPr>
            <a:lvl5pPr>
              <a:defRPr sz="2175" b="0">
                <a:solidFill>
                  <a:srgbClr val="ACC5CC"/>
                </a:solidFill>
                <a:latin typeface="Segoe UI"/>
                <a:ea typeface="Segoe UI"/>
                <a:cs typeface="Segoe UI"/>
              </a:defRPr>
            </a:lvl5pPr>
            <a:lvl6pPr>
              <a:defRPr sz="2175" b="0">
                <a:solidFill>
                  <a:srgbClr val="ACC5CC"/>
                </a:solidFill>
                <a:latin typeface="Segoe UI"/>
                <a:ea typeface="Segoe UI"/>
                <a:cs typeface="Segoe UI"/>
              </a:defRPr>
            </a:lvl6pPr>
            <a:lvl7pPr>
              <a:defRPr sz="2175" b="0">
                <a:solidFill>
                  <a:srgbClr val="ACC5CC"/>
                </a:solidFill>
                <a:latin typeface="Segoe UI"/>
                <a:ea typeface="Segoe UI"/>
                <a:cs typeface="Segoe UI"/>
              </a:defRPr>
            </a:lvl7pPr>
            <a:lvl8pPr>
              <a:defRPr sz="2175" b="0">
                <a:solidFill>
                  <a:srgbClr val="ACC5CC"/>
                </a:solidFill>
                <a:latin typeface="Segoe UI"/>
                <a:ea typeface="Segoe UI"/>
                <a:cs typeface="Segoe UI"/>
              </a:defRPr>
            </a:lvl8pPr>
            <a:lvl9pPr>
              <a:defRPr sz="2175" b="0">
                <a:solidFill>
                  <a:srgbClr val="ACC5CC"/>
                </a:solidFill>
                <a:latin typeface="Segoe UI"/>
                <a:ea typeface="Segoe UI"/>
                <a:cs typeface="Segoe UI"/>
              </a:defRPr>
            </a:lvl9pPr>
          </a:lstStyle>
          <a:p xmlns:a="http://schemas.openxmlformats.org/drawingml/2006/main">
            <a:pPr>
              <a:defRPr sz="2175" b="0">
                <a:solidFill>
                  <a:srgbClr val="ACC5CC"/>
                </a:solidFill>
                <a:latin typeface="Segoe UI"/>
                <a:ea typeface="Segoe UI"/>
                <a:cs typeface="Segoe UI"/>
              </a:defRPr>
            </a:pPr>
            <a:r>
              <a:rPr sz="2175" b="0">
                <a:solidFill>
                  <a:srgbClr val="ACC5CC"/>
                </a:solidFill>
                <a:latin typeface="Segoe UI"/>
                <a:ea typeface="Segoe UI"/>
                <a:cs typeface="Segoe UI"/>
              </a:rPr>
              <a:t>BOALBFS, güvenlik ve sunucu yükünü birlikte değerlendiren</a:t>
            </a:r>
          </a:p>
          <a:p xmlns:a="http://schemas.openxmlformats.org/drawingml/2006/main">
            <a:pPr>
              <a:defRPr sz="2175" b="0">
                <a:solidFill>
                  <a:srgbClr val="ACC5CC"/>
                </a:solidFill>
                <a:latin typeface="Segoe UI"/>
                <a:ea typeface="Segoe UI"/>
                <a:cs typeface="Segoe UI"/>
              </a:defRPr>
            </a:pPr>
            <a:r>
              <a:rPr sz="2175" b="0">
                <a:solidFill>
                  <a:srgbClr val="ACC5CC"/>
                </a:solidFill>
                <a:latin typeface="Segoe UI"/>
                <a:ea typeface="Segoe UI"/>
                <a:cs typeface="Segoe UI"/>
              </a:rPr>
              <a:t>iki katmanlı görev aktarma algoritmasıdır.</a:t>
            </a:r>
          </a:p>
        </p:txBody>
      </p:sp>
      <p:sp>
        <p:nvSpPr>
          <p:cNvPr id="6" name="">
            <a:extLst xmlns:a="http://schemas.openxmlformats.org/drawingml/2006/main">
              <a:ext uri="{FF2B5EF4-FFF2-40B4-BE49-F238E27FC236}">
                <a16:creationId xmlns:a16="http://schemas.microsoft.com/office/drawing/2014/main" id="{582B35FB-8668-4F0B-9649-80BA3B7DD8CB}"/>
              </a:ext>
            </a:extLst>
          </p:cNvPr>
          <p:cNvSpPr>
            <a:spLocks xmlns:a="http://schemas.openxmlformats.org/drawingml/2006/main" noGrp="1"/>
          </p:cNvSpPr>
          <p:nvPr/>
        </p:nvSpPr>
        <p:spPr>
          <a:xfrm xmlns:a="http://schemas.openxmlformats.org/drawingml/2006/main">
            <a:off x="628650" y="2581275"/>
            <a:ext cx="523875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200" b="1">
                <a:solidFill>
                  <a:srgbClr val="6FE0CC"/>
                </a:solidFill>
                <a:latin typeface="Segoe UI"/>
                <a:ea typeface="Segoe UI"/>
                <a:cs typeface="Segoe UI"/>
              </a:defRPr>
            </a:defPPr>
            <a:lvl1pPr>
              <a:defRPr sz="4200" b="1">
                <a:solidFill>
                  <a:srgbClr val="6FE0CC"/>
                </a:solidFill>
                <a:latin typeface="Segoe UI"/>
                <a:ea typeface="Segoe UI"/>
                <a:cs typeface="Segoe UI"/>
              </a:defRPr>
            </a:lvl1pPr>
            <a:lvl2pPr>
              <a:defRPr sz="4200" b="1">
                <a:solidFill>
                  <a:srgbClr val="6FE0CC"/>
                </a:solidFill>
                <a:latin typeface="Segoe UI"/>
                <a:ea typeface="Segoe UI"/>
                <a:cs typeface="Segoe UI"/>
              </a:defRPr>
            </a:lvl2pPr>
            <a:lvl3pPr>
              <a:defRPr sz="4200" b="1">
                <a:solidFill>
                  <a:srgbClr val="6FE0CC"/>
                </a:solidFill>
                <a:latin typeface="Segoe UI"/>
                <a:ea typeface="Segoe UI"/>
                <a:cs typeface="Segoe UI"/>
              </a:defRPr>
            </a:lvl3pPr>
            <a:lvl4pPr>
              <a:defRPr sz="4200" b="1">
                <a:solidFill>
                  <a:srgbClr val="6FE0CC"/>
                </a:solidFill>
                <a:latin typeface="Segoe UI"/>
                <a:ea typeface="Segoe UI"/>
                <a:cs typeface="Segoe UI"/>
              </a:defRPr>
            </a:lvl4pPr>
            <a:lvl5pPr>
              <a:defRPr sz="4200" b="1">
                <a:solidFill>
                  <a:srgbClr val="6FE0CC"/>
                </a:solidFill>
                <a:latin typeface="Segoe UI"/>
                <a:ea typeface="Segoe UI"/>
                <a:cs typeface="Segoe UI"/>
              </a:defRPr>
            </a:lvl5pPr>
            <a:lvl6pPr>
              <a:defRPr sz="4200" b="1">
                <a:solidFill>
                  <a:srgbClr val="6FE0CC"/>
                </a:solidFill>
                <a:latin typeface="Segoe UI"/>
                <a:ea typeface="Segoe UI"/>
                <a:cs typeface="Segoe UI"/>
              </a:defRPr>
            </a:lvl6pPr>
            <a:lvl7pPr>
              <a:defRPr sz="4200" b="1">
                <a:solidFill>
                  <a:srgbClr val="6FE0CC"/>
                </a:solidFill>
                <a:latin typeface="Segoe UI"/>
                <a:ea typeface="Segoe UI"/>
                <a:cs typeface="Segoe UI"/>
              </a:defRPr>
            </a:lvl7pPr>
            <a:lvl8pPr>
              <a:defRPr sz="4200" b="1">
                <a:solidFill>
                  <a:srgbClr val="6FE0CC"/>
                </a:solidFill>
                <a:latin typeface="Segoe UI"/>
                <a:ea typeface="Segoe UI"/>
                <a:cs typeface="Segoe UI"/>
              </a:defRPr>
            </a:lvl8pPr>
            <a:lvl9pPr>
              <a:defRPr sz="4200" b="1">
                <a:solidFill>
                  <a:srgbClr val="6FE0CC"/>
                </a:solidFill>
                <a:latin typeface="Segoe UI"/>
                <a:ea typeface="Segoe UI"/>
                <a:cs typeface="Segoe UI"/>
              </a:defRPr>
            </a:lvl9pPr>
          </a:lstStyle>
          <a:p xmlns:a="http://schemas.openxmlformats.org/drawingml/2006/main">
            <a:pPr>
              <a:defRPr sz="4200" b="1">
                <a:solidFill>
                  <a:srgbClr val="6FE0CC"/>
                </a:solidFill>
                <a:latin typeface="Segoe UI"/>
                <a:ea typeface="Segoe UI"/>
                <a:cs typeface="Segoe UI"/>
              </a:defRPr>
            </a:pPr>
            <a:r>
              <a:rPr sz="4200" b="1">
                <a:solidFill>
                  <a:srgbClr val="6FE0CC"/>
                </a:solidFill>
                <a:latin typeface="Segoe UI"/>
                <a:ea typeface="Segoe UI"/>
                <a:cs typeface="Segoe UI"/>
              </a:rPr>
              <a:t>GA</a:t>
            </a:r>
          </a:p>
        </p:txBody>
      </p:sp>
      <p:sp>
        <p:nvSpPr>
          <p:cNvPr id="7" name="">
            <a:extLst xmlns:a="http://schemas.openxmlformats.org/drawingml/2006/main">
              <a:ext uri="{FF2B5EF4-FFF2-40B4-BE49-F238E27FC236}">
                <a16:creationId xmlns:a16="http://schemas.microsoft.com/office/drawing/2014/main" id="{A8E10E68-9F83-4132-B96B-D753DEE5F6D6}"/>
              </a:ext>
            </a:extLst>
          </p:cNvPr>
          <p:cNvSpPr>
            <a:spLocks xmlns:a="http://schemas.openxmlformats.org/drawingml/2006/main" noGrp="1"/>
          </p:cNvSpPr>
          <p:nvPr/>
        </p:nvSpPr>
        <p:spPr>
          <a:xfrm xmlns:a="http://schemas.openxmlformats.org/drawingml/2006/main">
            <a:off x="628650" y="3295650"/>
            <a:ext cx="5238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ACC5CC"/>
                </a:solidFill>
                <a:latin typeface="Segoe UI"/>
                <a:ea typeface="Segoe UI"/>
                <a:cs typeface="Segoe UI"/>
              </a:defRPr>
            </a:defPPr>
            <a:lvl1pPr>
              <a:defRPr sz="2100" b="0">
                <a:solidFill>
                  <a:srgbClr val="ACC5CC"/>
                </a:solidFill>
                <a:latin typeface="Segoe UI"/>
                <a:ea typeface="Segoe UI"/>
                <a:cs typeface="Segoe UI"/>
              </a:defRPr>
            </a:lvl1pPr>
            <a:lvl2pPr>
              <a:defRPr sz="2100" b="0">
                <a:solidFill>
                  <a:srgbClr val="ACC5CC"/>
                </a:solidFill>
                <a:latin typeface="Segoe UI"/>
                <a:ea typeface="Segoe UI"/>
                <a:cs typeface="Segoe UI"/>
              </a:defRPr>
            </a:lvl2pPr>
            <a:lvl3pPr>
              <a:defRPr sz="2100" b="0">
                <a:solidFill>
                  <a:srgbClr val="ACC5CC"/>
                </a:solidFill>
                <a:latin typeface="Segoe UI"/>
                <a:ea typeface="Segoe UI"/>
                <a:cs typeface="Segoe UI"/>
              </a:defRPr>
            </a:lvl3pPr>
            <a:lvl4pPr>
              <a:defRPr sz="2100" b="0">
                <a:solidFill>
                  <a:srgbClr val="ACC5CC"/>
                </a:solidFill>
                <a:latin typeface="Segoe UI"/>
                <a:ea typeface="Segoe UI"/>
                <a:cs typeface="Segoe UI"/>
              </a:defRPr>
            </a:lvl4pPr>
            <a:lvl5pPr>
              <a:defRPr sz="2100" b="0">
                <a:solidFill>
                  <a:srgbClr val="ACC5CC"/>
                </a:solidFill>
                <a:latin typeface="Segoe UI"/>
                <a:ea typeface="Segoe UI"/>
                <a:cs typeface="Segoe UI"/>
              </a:defRPr>
            </a:lvl5pPr>
            <a:lvl6pPr>
              <a:defRPr sz="2100" b="0">
                <a:solidFill>
                  <a:srgbClr val="ACC5CC"/>
                </a:solidFill>
                <a:latin typeface="Segoe UI"/>
                <a:ea typeface="Segoe UI"/>
                <a:cs typeface="Segoe UI"/>
              </a:defRPr>
            </a:lvl6pPr>
            <a:lvl7pPr>
              <a:defRPr sz="2100" b="0">
                <a:solidFill>
                  <a:srgbClr val="ACC5CC"/>
                </a:solidFill>
                <a:latin typeface="Segoe UI"/>
                <a:ea typeface="Segoe UI"/>
                <a:cs typeface="Segoe UI"/>
              </a:defRPr>
            </a:lvl7pPr>
            <a:lvl8pPr>
              <a:defRPr sz="2100" b="0">
                <a:solidFill>
                  <a:srgbClr val="ACC5CC"/>
                </a:solidFill>
                <a:latin typeface="Segoe UI"/>
                <a:ea typeface="Segoe UI"/>
                <a:cs typeface="Segoe UI"/>
              </a:defRPr>
            </a:lvl8pPr>
            <a:lvl9pPr>
              <a:defRPr sz="2100" b="0">
                <a:solidFill>
                  <a:srgbClr val="ACC5CC"/>
                </a:solidFill>
                <a:latin typeface="Segoe UI"/>
                <a:ea typeface="Segoe UI"/>
                <a:cs typeface="Segoe UI"/>
              </a:defRPr>
            </a:lvl9pPr>
          </a:lstStyle>
          <a:p xmlns:a="http://schemas.openxmlformats.org/drawingml/2006/main">
            <a:pPr>
              <a:defRPr sz="2100" b="0">
                <a:solidFill>
                  <a:srgbClr val="ACC5CC"/>
                </a:solidFill>
                <a:latin typeface="Segoe UI"/>
                <a:ea typeface="Segoe UI"/>
                <a:cs typeface="Segoe UI"/>
              </a:defRPr>
            </a:pPr>
            <a:r>
              <a:rPr sz="2100" b="0">
                <a:solidFill>
                  <a:srgbClr val="ACC5CC"/>
                </a:solidFill>
                <a:latin typeface="Segoe UI"/>
                <a:ea typeface="Segoe UI"/>
                <a:cs typeface="Segoe UI"/>
              </a:rPr>
              <a:t>Genetik algoritma</a:t>
            </a:r>
          </a:p>
        </p:txBody>
      </p:sp>
      <p:sp>
        <p:nvSpPr>
          <p:cNvPr id="8" name="">
            <a:extLst xmlns:a="http://schemas.openxmlformats.org/drawingml/2006/main">
              <a:ext uri="{FF2B5EF4-FFF2-40B4-BE49-F238E27FC236}">
                <a16:creationId xmlns:a16="http://schemas.microsoft.com/office/drawing/2014/main" id="{A9A0BADF-8090-4534-A295-D70C022E28B5}"/>
              </a:ext>
            </a:extLst>
          </p:cNvPr>
          <p:cNvSpPr>
            <a:spLocks xmlns:a="http://schemas.openxmlformats.org/drawingml/2006/main" noGrp="1"/>
          </p:cNvSpPr>
          <p:nvPr/>
        </p:nvSpPr>
        <p:spPr>
          <a:xfrm xmlns:a="http://schemas.openxmlformats.org/drawingml/2006/main">
            <a:off x="628650" y="3829050"/>
            <a:ext cx="52387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F7FBFC"/>
                </a:solidFill>
                <a:latin typeface="Segoe UI"/>
                <a:ea typeface="Segoe UI"/>
                <a:cs typeface="Segoe UI"/>
              </a:defRPr>
            </a:defPPr>
            <a:lvl1pPr>
              <a:defRPr sz="3150" b="1">
                <a:solidFill>
                  <a:srgbClr val="F7FBFC"/>
                </a:solidFill>
                <a:latin typeface="Segoe UI"/>
                <a:ea typeface="Segoe UI"/>
                <a:cs typeface="Segoe UI"/>
              </a:defRPr>
            </a:lvl1pPr>
            <a:lvl2pPr>
              <a:defRPr sz="3150" b="1">
                <a:solidFill>
                  <a:srgbClr val="F7FBFC"/>
                </a:solidFill>
                <a:latin typeface="Segoe UI"/>
                <a:ea typeface="Segoe UI"/>
                <a:cs typeface="Segoe UI"/>
              </a:defRPr>
            </a:lvl2pPr>
            <a:lvl3pPr>
              <a:defRPr sz="3150" b="1">
                <a:solidFill>
                  <a:srgbClr val="F7FBFC"/>
                </a:solidFill>
                <a:latin typeface="Segoe UI"/>
                <a:ea typeface="Segoe UI"/>
                <a:cs typeface="Segoe UI"/>
              </a:defRPr>
            </a:lvl3pPr>
            <a:lvl4pPr>
              <a:defRPr sz="3150" b="1">
                <a:solidFill>
                  <a:srgbClr val="F7FBFC"/>
                </a:solidFill>
                <a:latin typeface="Segoe UI"/>
                <a:ea typeface="Segoe UI"/>
                <a:cs typeface="Segoe UI"/>
              </a:defRPr>
            </a:lvl4pPr>
            <a:lvl5pPr>
              <a:defRPr sz="3150" b="1">
                <a:solidFill>
                  <a:srgbClr val="F7FBFC"/>
                </a:solidFill>
                <a:latin typeface="Segoe UI"/>
                <a:ea typeface="Segoe UI"/>
                <a:cs typeface="Segoe UI"/>
              </a:defRPr>
            </a:lvl5pPr>
            <a:lvl6pPr>
              <a:defRPr sz="3150" b="1">
                <a:solidFill>
                  <a:srgbClr val="F7FBFC"/>
                </a:solidFill>
                <a:latin typeface="Segoe UI"/>
                <a:ea typeface="Segoe UI"/>
                <a:cs typeface="Segoe UI"/>
              </a:defRPr>
            </a:lvl6pPr>
            <a:lvl7pPr>
              <a:defRPr sz="3150" b="1">
                <a:solidFill>
                  <a:srgbClr val="F7FBFC"/>
                </a:solidFill>
                <a:latin typeface="Segoe UI"/>
                <a:ea typeface="Segoe UI"/>
                <a:cs typeface="Segoe UI"/>
              </a:defRPr>
            </a:lvl7pPr>
            <a:lvl8pPr>
              <a:defRPr sz="3150" b="1">
                <a:solidFill>
                  <a:srgbClr val="F7FBFC"/>
                </a:solidFill>
                <a:latin typeface="Segoe UI"/>
                <a:ea typeface="Segoe UI"/>
                <a:cs typeface="Segoe UI"/>
              </a:defRPr>
            </a:lvl8pPr>
            <a:lvl9pPr>
              <a:defRPr sz="3150" b="1">
                <a:solidFill>
                  <a:srgbClr val="F7FBFC"/>
                </a:solidFill>
                <a:latin typeface="Segoe UI"/>
                <a:ea typeface="Segoe UI"/>
                <a:cs typeface="Segoe UI"/>
              </a:defRPr>
            </a:lvl9pPr>
          </a:lstStyle>
          <a:p xmlns:a="http://schemas.openxmlformats.org/drawingml/2006/main">
            <a:pPr>
              <a:defRPr sz="3150" b="1">
                <a:solidFill>
                  <a:srgbClr val="F7FBFC"/>
                </a:solidFill>
                <a:latin typeface="Segoe UI"/>
                <a:ea typeface="Segoe UI"/>
                <a:cs typeface="Segoe UI"/>
              </a:defRPr>
            </a:pPr>
            <a:r>
              <a:rPr sz="3150" b="1">
                <a:solidFill>
                  <a:srgbClr val="F7FBFC"/>
                </a:solidFill>
                <a:latin typeface="Segoe UI"/>
                <a:ea typeface="Segoe UI"/>
                <a:cs typeface="Segoe UI"/>
              </a:rPr>
              <a:t>Nereye?</a:t>
            </a:r>
          </a:p>
        </p:txBody>
      </p:sp>
      <p:sp>
        <p:nvSpPr>
          <p:cNvPr id="9" name="">
            <a:extLst xmlns:a="http://schemas.openxmlformats.org/drawingml/2006/main">
              <a:ext uri="{FF2B5EF4-FFF2-40B4-BE49-F238E27FC236}">
                <a16:creationId xmlns:a16="http://schemas.microsoft.com/office/drawing/2014/main" id="{88DA8006-5294-40AE-AA1C-2C1C4A3FD319}"/>
              </a:ext>
            </a:extLst>
          </p:cNvPr>
          <p:cNvSpPr>
            <a:spLocks xmlns:a="http://schemas.openxmlformats.org/drawingml/2006/main" noGrp="1"/>
          </p:cNvSpPr>
          <p:nvPr/>
        </p:nvSpPr>
        <p:spPr>
          <a:xfrm xmlns:a="http://schemas.openxmlformats.org/drawingml/2006/main">
            <a:off x="628650" y="4543425"/>
            <a:ext cx="5238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F7FBFC"/>
                </a:solidFill>
                <a:latin typeface="Segoe UI"/>
                <a:ea typeface="Segoe UI"/>
                <a:cs typeface="Segoe UI"/>
              </a:defRPr>
            </a:defPPr>
            <a:lvl1pPr>
              <a:defRPr sz="2250" b="0">
                <a:solidFill>
                  <a:srgbClr val="F7FBFC"/>
                </a:solidFill>
                <a:latin typeface="Segoe UI"/>
                <a:ea typeface="Segoe UI"/>
                <a:cs typeface="Segoe UI"/>
              </a:defRPr>
            </a:lvl1pPr>
            <a:lvl2pPr>
              <a:defRPr sz="2250" b="0">
                <a:solidFill>
                  <a:srgbClr val="F7FBFC"/>
                </a:solidFill>
                <a:latin typeface="Segoe UI"/>
                <a:ea typeface="Segoe UI"/>
                <a:cs typeface="Segoe UI"/>
              </a:defRPr>
            </a:lvl2pPr>
            <a:lvl3pPr>
              <a:defRPr sz="2250" b="0">
                <a:solidFill>
                  <a:srgbClr val="F7FBFC"/>
                </a:solidFill>
                <a:latin typeface="Segoe UI"/>
                <a:ea typeface="Segoe UI"/>
                <a:cs typeface="Segoe UI"/>
              </a:defRPr>
            </a:lvl3pPr>
            <a:lvl4pPr>
              <a:defRPr sz="2250" b="0">
                <a:solidFill>
                  <a:srgbClr val="F7FBFC"/>
                </a:solidFill>
                <a:latin typeface="Segoe UI"/>
                <a:ea typeface="Segoe UI"/>
                <a:cs typeface="Segoe UI"/>
              </a:defRPr>
            </a:lvl4pPr>
            <a:lvl5pPr>
              <a:defRPr sz="2250" b="0">
                <a:solidFill>
                  <a:srgbClr val="F7FBFC"/>
                </a:solidFill>
                <a:latin typeface="Segoe UI"/>
                <a:ea typeface="Segoe UI"/>
                <a:cs typeface="Segoe UI"/>
              </a:defRPr>
            </a:lvl5pPr>
            <a:lvl6pPr>
              <a:defRPr sz="2250" b="0">
                <a:solidFill>
                  <a:srgbClr val="F7FBFC"/>
                </a:solidFill>
                <a:latin typeface="Segoe UI"/>
                <a:ea typeface="Segoe UI"/>
                <a:cs typeface="Segoe UI"/>
              </a:defRPr>
            </a:lvl6pPr>
            <a:lvl7pPr>
              <a:defRPr sz="2250" b="0">
                <a:solidFill>
                  <a:srgbClr val="F7FBFC"/>
                </a:solidFill>
                <a:latin typeface="Segoe UI"/>
                <a:ea typeface="Segoe UI"/>
                <a:cs typeface="Segoe UI"/>
              </a:defRPr>
            </a:lvl7pPr>
            <a:lvl8pPr>
              <a:defRPr sz="2250" b="0">
                <a:solidFill>
                  <a:srgbClr val="F7FBFC"/>
                </a:solidFill>
                <a:latin typeface="Segoe UI"/>
                <a:ea typeface="Segoe UI"/>
                <a:cs typeface="Segoe UI"/>
              </a:defRPr>
            </a:lvl8pPr>
            <a:lvl9pPr>
              <a:defRPr sz="2250" b="0">
                <a:solidFill>
                  <a:srgbClr val="F7FBFC"/>
                </a:solidFill>
                <a:latin typeface="Segoe UI"/>
                <a:ea typeface="Segoe UI"/>
                <a:cs typeface="Segoe UI"/>
              </a:defRPr>
            </a:lvl9pPr>
          </a:lstStyle>
          <a:p xmlns:a="http://schemas.openxmlformats.org/drawingml/2006/main">
            <a:pPr>
              <a:defRPr sz="2250" b="0">
                <a:solidFill>
                  <a:srgbClr val="F7FBFC"/>
                </a:solidFill>
                <a:latin typeface="Segoe UI"/>
                <a:ea typeface="Segoe UI"/>
                <a:cs typeface="Segoe UI"/>
              </a:defRPr>
            </a:pPr>
            <a:r>
              <a:rPr sz="2250" b="0">
                <a:solidFill>
                  <a:srgbClr val="F7FBFC"/>
                </a:solidFill>
                <a:latin typeface="Segoe UI"/>
                <a:ea typeface="Segoe UI"/>
                <a:cs typeface="Segoe UI"/>
              </a:rPr>
              <a:t>Aday planları seçer,</a:t>
            </a:r>
          </a:p>
          <a:p xmlns:a="http://schemas.openxmlformats.org/drawingml/2006/main">
            <a:pPr>
              <a:defRPr sz="2250" b="0">
                <a:solidFill>
                  <a:srgbClr val="F7FBFC"/>
                </a:solidFill>
                <a:latin typeface="Segoe UI"/>
                <a:ea typeface="Segoe UI"/>
                <a:cs typeface="Segoe UI"/>
              </a:defRPr>
            </a:pPr>
            <a:r>
              <a:rPr sz="2250" b="0">
                <a:solidFill>
                  <a:srgbClr val="F7FBFC"/>
                </a:solidFill>
                <a:latin typeface="Segoe UI"/>
                <a:ea typeface="Segoe UI"/>
                <a:cs typeface="Segoe UI"/>
              </a:rPr>
              <a:t>birleştirir ve değiştirir</a:t>
            </a:r>
          </a:p>
        </p:txBody>
      </p:sp>
      <p:sp>
        <p:nvSpPr>
          <p:cNvPr id="10" name="">
            <a:extLst xmlns:a="http://schemas.openxmlformats.org/drawingml/2006/main">
              <a:ext uri="{FF2B5EF4-FFF2-40B4-BE49-F238E27FC236}">
                <a16:creationId xmlns:a16="http://schemas.microsoft.com/office/drawing/2014/main" id="{9D9F0E2F-8BCB-4589-AC1E-F0F6676ECAE3}"/>
              </a:ext>
            </a:extLst>
          </p:cNvPr>
          <p:cNvSpPr>
            <a:spLocks xmlns:a="http://schemas.openxmlformats.org/drawingml/2006/main" noGrp="1"/>
          </p:cNvSpPr>
          <p:nvPr/>
        </p:nvSpPr>
        <p:spPr>
          <a:xfrm xmlns:a="http://schemas.openxmlformats.org/drawingml/2006/main">
            <a:off x="6524625" y="2581275"/>
            <a:ext cx="504825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200" b="1">
                <a:solidFill>
                  <a:srgbClr val="6FE0CC"/>
                </a:solidFill>
                <a:latin typeface="Segoe UI"/>
                <a:ea typeface="Segoe UI"/>
                <a:cs typeface="Segoe UI"/>
              </a:defRPr>
            </a:defPPr>
            <a:lvl1pPr>
              <a:defRPr sz="4200" b="1">
                <a:solidFill>
                  <a:srgbClr val="6FE0CC"/>
                </a:solidFill>
                <a:latin typeface="Segoe UI"/>
                <a:ea typeface="Segoe UI"/>
                <a:cs typeface="Segoe UI"/>
              </a:defRPr>
            </a:lvl1pPr>
            <a:lvl2pPr>
              <a:defRPr sz="4200" b="1">
                <a:solidFill>
                  <a:srgbClr val="6FE0CC"/>
                </a:solidFill>
                <a:latin typeface="Segoe UI"/>
                <a:ea typeface="Segoe UI"/>
                <a:cs typeface="Segoe UI"/>
              </a:defRPr>
            </a:lvl2pPr>
            <a:lvl3pPr>
              <a:defRPr sz="4200" b="1">
                <a:solidFill>
                  <a:srgbClr val="6FE0CC"/>
                </a:solidFill>
                <a:latin typeface="Segoe UI"/>
                <a:ea typeface="Segoe UI"/>
                <a:cs typeface="Segoe UI"/>
              </a:defRPr>
            </a:lvl3pPr>
            <a:lvl4pPr>
              <a:defRPr sz="4200" b="1">
                <a:solidFill>
                  <a:srgbClr val="6FE0CC"/>
                </a:solidFill>
                <a:latin typeface="Segoe UI"/>
                <a:ea typeface="Segoe UI"/>
                <a:cs typeface="Segoe UI"/>
              </a:defRPr>
            </a:lvl4pPr>
            <a:lvl5pPr>
              <a:defRPr sz="4200" b="1">
                <a:solidFill>
                  <a:srgbClr val="6FE0CC"/>
                </a:solidFill>
                <a:latin typeface="Segoe UI"/>
                <a:ea typeface="Segoe UI"/>
                <a:cs typeface="Segoe UI"/>
              </a:defRPr>
            </a:lvl5pPr>
            <a:lvl6pPr>
              <a:defRPr sz="4200" b="1">
                <a:solidFill>
                  <a:srgbClr val="6FE0CC"/>
                </a:solidFill>
                <a:latin typeface="Segoe UI"/>
                <a:ea typeface="Segoe UI"/>
                <a:cs typeface="Segoe UI"/>
              </a:defRPr>
            </a:lvl6pPr>
            <a:lvl7pPr>
              <a:defRPr sz="4200" b="1">
                <a:solidFill>
                  <a:srgbClr val="6FE0CC"/>
                </a:solidFill>
                <a:latin typeface="Segoe UI"/>
                <a:ea typeface="Segoe UI"/>
                <a:cs typeface="Segoe UI"/>
              </a:defRPr>
            </a:lvl7pPr>
            <a:lvl8pPr>
              <a:defRPr sz="4200" b="1">
                <a:solidFill>
                  <a:srgbClr val="6FE0CC"/>
                </a:solidFill>
                <a:latin typeface="Segoe UI"/>
                <a:ea typeface="Segoe UI"/>
                <a:cs typeface="Segoe UI"/>
              </a:defRPr>
            </a:lvl8pPr>
            <a:lvl9pPr>
              <a:defRPr sz="4200" b="1">
                <a:solidFill>
                  <a:srgbClr val="6FE0CC"/>
                </a:solidFill>
                <a:latin typeface="Segoe UI"/>
                <a:ea typeface="Segoe UI"/>
                <a:cs typeface="Segoe UI"/>
              </a:defRPr>
            </a:lvl9pPr>
          </a:lstStyle>
          <a:p xmlns:a="http://schemas.openxmlformats.org/drawingml/2006/main">
            <a:pPr>
              <a:defRPr sz="4200" b="1">
                <a:solidFill>
                  <a:srgbClr val="6FE0CC"/>
                </a:solidFill>
                <a:latin typeface="Segoe UI"/>
                <a:ea typeface="Segoe UI"/>
                <a:cs typeface="Segoe UI"/>
              </a:defRPr>
            </a:pPr>
            <a:r>
              <a:rPr sz="4200" b="1">
                <a:solidFill>
                  <a:srgbClr val="6FE0CC"/>
                </a:solidFill>
                <a:latin typeface="Segoe UI"/>
                <a:ea typeface="Segoe UI"/>
                <a:cs typeface="Segoe UI"/>
              </a:rPr>
              <a:t>SA-PSO</a:t>
            </a:r>
          </a:p>
        </p:txBody>
      </p:sp>
      <p:sp>
        <p:nvSpPr>
          <p:cNvPr id="11" name="">
            <a:extLst xmlns:a="http://schemas.openxmlformats.org/drawingml/2006/main">
              <a:ext uri="{FF2B5EF4-FFF2-40B4-BE49-F238E27FC236}">
                <a16:creationId xmlns:a16="http://schemas.microsoft.com/office/drawing/2014/main" id="{1DAB4548-6223-4C14-A3F1-CAA26B70063A}"/>
              </a:ext>
            </a:extLst>
          </p:cNvPr>
          <p:cNvSpPr>
            <a:spLocks xmlns:a="http://schemas.openxmlformats.org/drawingml/2006/main" noGrp="1"/>
          </p:cNvSpPr>
          <p:nvPr/>
        </p:nvSpPr>
        <p:spPr>
          <a:xfrm xmlns:a="http://schemas.openxmlformats.org/drawingml/2006/main">
            <a:off x="6524625" y="3295650"/>
            <a:ext cx="50958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ACC5CC"/>
                </a:solidFill>
                <a:latin typeface="Segoe UI"/>
                <a:ea typeface="Segoe UI"/>
                <a:cs typeface="Segoe UI"/>
              </a:defRPr>
            </a:defPPr>
            <a:lvl1pPr>
              <a:defRPr sz="1875" b="0">
                <a:solidFill>
                  <a:srgbClr val="ACC5CC"/>
                </a:solidFill>
                <a:latin typeface="Segoe UI"/>
                <a:ea typeface="Segoe UI"/>
                <a:cs typeface="Segoe UI"/>
              </a:defRPr>
            </a:lvl1pPr>
            <a:lvl2pPr>
              <a:defRPr sz="1875" b="0">
                <a:solidFill>
                  <a:srgbClr val="ACC5CC"/>
                </a:solidFill>
                <a:latin typeface="Segoe UI"/>
                <a:ea typeface="Segoe UI"/>
                <a:cs typeface="Segoe UI"/>
              </a:defRPr>
            </a:lvl2pPr>
            <a:lvl3pPr>
              <a:defRPr sz="1875" b="0">
                <a:solidFill>
                  <a:srgbClr val="ACC5CC"/>
                </a:solidFill>
                <a:latin typeface="Segoe UI"/>
                <a:ea typeface="Segoe UI"/>
                <a:cs typeface="Segoe UI"/>
              </a:defRPr>
            </a:lvl3pPr>
            <a:lvl4pPr>
              <a:defRPr sz="1875" b="0">
                <a:solidFill>
                  <a:srgbClr val="ACC5CC"/>
                </a:solidFill>
                <a:latin typeface="Segoe UI"/>
                <a:ea typeface="Segoe UI"/>
                <a:cs typeface="Segoe UI"/>
              </a:defRPr>
            </a:lvl4pPr>
            <a:lvl5pPr>
              <a:defRPr sz="1875" b="0">
                <a:solidFill>
                  <a:srgbClr val="ACC5CC"/>
                </a:solidFill>
                <a:latin typeface="Segoe UI"/>
                <a:ea typeface="Segoe UI"/>
                <a:cs typeface="Segoe UI"/>
              </a:defRPr>
            </a:lvl5pPr>
            <a:lvl6pPr>
              <a:defRPr sz="1875" b="0">
                <a:solidFill>
                  <a:srgbClr val="ACC5CC"/>
                </a:solidFill>
                <a:latin typeface="Segoe UI"/>
                <a:ea typeface="Segoe UI"/>
                <a:cs typeface="Segoe UI"/>
              </a:defRPr>
            </a:lvl6pPr>
            <a:lvl7pPr>
              <a:defRPr sz="1875" b="0">
                <a:solidFill>
                  <a:srgbClr val="ACC5CC"/>
                </a:solidFill>
                <a:latin typeface="Segoe UI"/>
                <a:ea typeface="Segoe UI"/>
                <a:cs typeface="Segoe UI"/>
              </a:defRPr>
            </a:lvl7pPr>
            <a:lvl8pPr>
              <a:defRPr sz="1875" b="0">
                <a:solidFill>
                  <a:srgbClr val="ACC5CC"/>
                </a:solidFill>
                <a:latin typeface="Segoe UI"/>
                <a:ea typeface="Segoe UI"/>
                <a:cs typeface="Segoe UI"/>
              </a:defRPr>
            </a:lvl8pPr>
            <a:lvl9pPr>
              <a:defRPr sz="1875" b="0">
                <a:solidFill>
                  <a:srgbClr val="ACC5CC"/>
                </a:solidFill>
                <a:latin typeface="Segoe UI"/>
                <a:ea typeface="Segoe UI"/>
                <a:cs typeface="Segoe UI"/>
              </a:defRPr>
            </a:lvl9pPr>
          </a:lstStyle>
          <a:p xmlns:a="http://schemas.openxmlformats.org/drawingml/2006/main">
            <a:pPr>
              <a:defRPr sz="1875" b="0">
                <a:solidFill>
                  <a:srgbClr val="ACC5CC"/>
                </a:solidFill>
                <a:latin typeface="Segoe UI"/>
                <a:ea typeface="Segoe UI"/>
                <a:cs typeface="Segoe UI"/>
              </a:defRPr>
            </a:pPr>
            <a:r>
              <a:rPr sz="1875" b="0">
                <a:solidFill>
                  <a:srgbClr val="ACC5CC"/>
                </a:solidFill>
                <a:latin typeface="Segoe UI"/>
                <a:ea typeface="Segoe UI"/>
                <a:cs typeface="Segoe UI"/>
              </a:rPr>
              <a:t>Parçacık sürüsü + benzetimli tavlama</a:t>
            </a:r>
          </a:p>
        </p:txBody>
      </p:sp>
      <p:sp>
        <p:nvSpPr>
          <p:cNvPr id="12" name="">
            <a:extLst xmlns:a="http://schemas.openxmlformats.org/drawingml/2006/main">
              <a:ext uri="{FF2B5EF4-FFF2-40B4-BE49-F238E27FC236}">
                <a16:creationId xmlns:a16="http://schemas.microsoft.com/office/drawing/2014/main" id="{74D284CC-DAC0-43BF-A92D-7AAD0A3C64D2}"/>
              </a:ext>
            </a:extLst>
          </p:cNvPr>
          <p:cNvSpPr>
            <a:spLocks xmlns:a="http://schemas.openxmlformats.org/drawingml/2006/main" noGrp="1"/>
          </p:cNvSpPr>
          <p:nvPr/>
        </p:nvSpPr>
        <p:spPr>
          <a:xfrm xmlns:a="http://schemas.openxmlformats.org/drawingml/2006/main">
            <a:off x="6524625" y="3829050"/>
            <a:ext cx="50482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F7FBFC"/>
                </a:solidFill>
                <a:latin typeface="Segoe UI"/>
                <a:ea typeface="Segoe UI"/>
                <a:cs typeface="Segoe UI"/>
              </a:defRPr>
            </a:defPPr>
            <a:lvl1pPr>
              <a:defRPr sz="3150" b="1">
                <a:solidFill>
                  <a:srgbClr val="F7FBFC"/>
                </a:solidFill>
                <a:latin typeface="Segoe UI"/>
                <a:ea typeface="Segoe UI"/>
                <a:cs typeface="Segoe UI"/>
              </a:defRPr>
            </a:lvl1pPr>
            <a:lvl2pPr>
              <a:defRPr sz="3150" b="1">
                <a:solidFill>
                  <a:srgbClr val="F7FBFC"/>
                </a:solidFill>
                <a:latin typeface="Segoe UI"/>
                <a:ea typeface="Segoe UI"/>
                <a:cs typeface="Segoe UI"/>
              </a:defRPr>
            </a:lvl2pPr>
            <a:lvl3pPr>
              <a:defRPr sz="3150" b="1">
                <a:solidFill>
                  <a:srgbClr val="F7FBFC"/>
                </a:solidFill>
                <a:latin typeface="Segoe UI"/>
                <a:ea typeface="Segoe UI"/>
                <a:cs typeface="Segoe UI"/>
              </a:defRPr>
            </a:lvl3pPr>
            <a:lvl4pPr>
              <a:defRPr sz="3150" b="1">
                <a:solidFill>
                  <a:srgbClr val="F7FBFC"/>
                </a:solidFill>
                <a:latin typeface="Segoe UI"/>
                <a:ea typeface="Segoe UI"/>
                <a:cs typeface="Segoe UI"/>
              </a:defRPr>
            </a:lvl4pPr>
            <a:lvl5pPr>
              <a:defRPr sz="3150" b="1">
                <a:solidFill>
                  <a:srgbClr val="F7FBFC"/>
                </a:solidFill>
                <a:latin typeface="Segoe UI"/>
                <a:ea typeface="Segoe UI"/>
                <a:cs typeface="Segoe UI"/>
              </a:defRPr>
            </a:lvl5pPr>
            <a:lvl6pPr>
              <a:defRPr sz="3150" b="1">
                <a:solidFill>
                  <a:srgbClr val="F7FBFC"/>
                </a:solidFill>
                <a:latin typeface="Segoe UI"/>
                <a:ea typeface="Segoe UI"/>
                <a:cs typeface="Segoe UI"/>
              </a:defRPr>
            </a:lvl6pPr>
            <a:lvl7pPr>
              <a:defRPr sz="3150" b="1">
                <a:solidFill>
                  <a:srgbClr val="F7FBFC"/>
                </a:solidFill>
                <a:latin typeface="Segoe UI"/>
                <a:ea typeface="Segoe UI"/>
                <a:cs typeface="Segoe UI"/>
              </a:defRPr>
            </a:lvl7pPr>
            <a:lvl8pPr>
              <a:defRPr sz="3150" b="1">
                <a:solidFill>
                  <a:srgbClr val="F7FBFC"/>
                </a:solidFill>
                <a:latin typeface="Segoe UI"/>
                <a:ea typeface="Segoe UI"/>
                <a:cs typeface="Segoe UI"/>
              </a:defRPr>
            </a:lvl8pPr>
            <a:lvl9pPr>
              <a:defRPr sz="3150" b="1">
                <a:solidFill>
                  <a:srgbClr val="F7FBFC"/>
                </a:solidFill>
                <a:latin typeface="Segoe UI"/>
                <a:ea typeface="Segoe UI"/>
                <a:cs typeface="Segoe UI"/>
              </a:defRPr>
            </a:lvl9pPr>
          </a:lstStyle>
          <a:p xmlns:a="http://schemas.openxmlformats.org/drawingml/2006/main">
            <a:pPr>
              <a:defRPr sz="3150" b="1">
                <a:solidFill>
                  <a:srgbClr val="F7FBFC"/>
                </a:solidFill>
                <a:latin typeface="Segoe UI"/>
                <a:ea typeface="Segoe UI"/>
                <a:cs typeface="Segoe UI"/>
              </a:defRPr>
            </a:pPr>
            <a:r>
              <a:rPr sz="3150" b="1">
                <a:solidFill>
                  <a:srgbClr val="F7FBFC"/>
                </a:solidFill>
                <a:latin typeface="Segoe UI"/>
                <a:ea typeface="Segoe UI"/>
                <a:cs typeface="Segoe UI"/>
              </a:rPr>
              <a:t>Ne kadar?</a:t>
            </a:r>
          </a:p>
        </p:txBody>
      </p:sp>
      <p:sp>
        <p:nvSpPr>
          <p:cNvPr id="13" name="">
            <a:extLst xmlns:a="http://schemas.openxmlformats.org/drawingml/2006/main">
              <a:ext uri="{FF2B5EF4-FFF2-40B4-BE49-F238E27FC236}">
                <a16:creationId xmlns:a16="http://schemas.microsoft.com/office/drawing/2014/main" id="{4753CF9A-8883-4079-88EE-FD85171D43D1}"/>
              </a:ext>
            </a:extLst>
          </p:cNvPr>
          <p:cNvSpPr>
            <a:spLocks xmlns:a="http://schemas.openxmlformats.org/drawingml/2006/main" noGrp="1"/>
          </p:cNvSpPr>
          <p:nvPr/>
        </p:nvSpPr>
        <p:spPr>
          <a:xfrm xmlns:a="http://schemas.openxmlformats.org/drawingml/2006/main">
            <a:off x="6524625" y="4543425"/>
            <a:ext cx="5048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F7FBFC"/>
                </a:solidFill>
                <a:latin typeface="Segoe UI"/>
                <a:ea typeface="Segoe UI"/>
                <a:cs typeface="Segoe UI"/>
              </a:defRPr>
            </a:defPPr>
            <a:lvl1pPr>
              <a:defRPr sz="2175" b="0">
                <a:solidFill>
                  <a:srgbClr val="F7FBFC"/>
                </a:solidFill>
                <a:latin typeface="Segoe UI"/>
                <a:ea typeface="Segoe UI"/>
                <a:cs typeface="Segoe UI"/>
              </a:defRPr>
            </a:lvl1pPr>
            <a:lvl2pPr>
              <a:defRPr sz="2175" b="0">
                <a:solidFill>
                  <a:srgbClr val="F7FBFC"/>
                </a:solidFill>
                <a:latin typeface="Segoe UI"/>
                <a:ea typeface="Segoe UI"/>
                <a:cs typeface="Segoe UI"/>
              </a:defRPr>
            </a:lvl2pPr>
            <a:lvl3pPr>
              <a:defRPr sz="2175" b="0">
                <a:solidFill>
                  <a:srgbClr val="F7FBFC"/>
                </a:solidFill>
                <a:latin typeface="Segoe UI"/>
                <a:ea typeface="Segoe UI"/>
                <a:cs typeface="Segoe UI"/>
              </a:defRPr>
            </a:lvl3pPr>
            <a:lvl4pPr>
              <a:defRPr sz="2175" b="0">
                <a:solidFill>
                  <a:srgbClr val="F7FBFC"/>
                </a:solidFill>
                <a:latin typeface="Segoe UI"/>
                <a:ea typeface="Segoe UI"/>
                <a:cs typeface="Segoe UI"/>
              </a:defRPr>
            </a:lvl4pPr>
            <a:lvl5pPr>
              <a:defRPr sz="2175" b="0">
                <a:solidFill>
                  <a:srgbClr val="F7FBFC"/>
                </a:solidFill>
                <a:latin typeface="Segoe UI"/>
                <a:ea typeface="Segoe UI"/>
                <a:cs typeface="Segoe UI"/>
              </a:defRPr>
            </a:lvl5pPr>
            <a:lvl6pPr>
              <a:defRPr sz="2175" b="0">
                <a:solidFill>
                  <a:srgbClr val="F7FBFC"/>
                </a:solidFill>
                <a:latin typeface="Segoe UI"/>
                <a:ea typeface="Segoe UI"/>
                <a:cs typeface="Segoe UI"/>
              </a:defRPr>
            </a:lvl6pPr>
            <a:lvl7pPr>
              <a:defRPr sz="2175" b="0">
                <a:solidFill>
                  <a:srgbClr val="F7FBFC"/>
                </a:solidFill>
                <a:latin typeface="Segoe UI"/>
                <a:ea typeface="Segoe UI"/>
                <a:cs typeface="Segoe UI"/>
              </a:defRPr>
            </a:lvl7pPr>
            <a:lvl8pPr>
              <a:defRPr sz="2175" b="0">
                <a:solidFill>
                  <a:srgbClr val="F7FBFC"/>
                </a:solidFill>
                <a:latin typeface="Segoe UI"/>
                <a:ea typeface="Segoe UI"/>
                <a:cs typeface="Segoe UI"/>
              </a:defRPr>
            </a:lvl8pPr>
            <a:lvl9pPr>
              <a:defRPr sz="2175" b="0">
                <a:solidFill>
                  <a:srgbClr val="F7FBFC"/>
                </a:solidFill>
                <a:latin typeface="Segoe UI"/>
                <a:ea typeface="Segoe UI"/>
                <a:cs typeface="Segoe UI"/>
              </a:defRPr>
            </a:lvl9pPr>
          </a:lstStyle>
          <a:p xmlns:a="http://schemas.openxmlformats.org/drawingml/2006/main">
            <a:pPr>
              <a:defRPr sz="2175" b="0">
                <a:solidFill>
                  <a:srgbClr val="F7FBFC"/>
                </a:solidFill>
                <a:latin typeface="Segoe UI"/>
                <a:ea typeface="Segoe UI"/>
                <a:cs typeface="Segoe UI"/>
              </a:defRPr>
            </a:pPr>
            <a:r>
              <a:rPr sz="2175" b="0">
                <a:solidFill>
                  <a:srgbClr val="F7FBFC"/>
                </a:solidFill>
                <a:latin typeface="Segoe UI"/>
                <a:ea typeface="Segoe UI"/>
                <a:cs typeface="Segoe UI"/>
              </a:rPr>
              <a:t>Oranları arar, iyi çözümlerden</a:t>
            </a:r>
          </a:p>
          <a:p xmlns:a="http://schemas.openxmlformats.org/drawingml/2006/main">
            <a:pPr>
              <a:defRPr sz="2175" b="0">
                <a:solidFill>
                  <a:srgbClr val="F7FBFC"/>
                </a:solidFill>
                <a:latin typeface="Segoe UI"/>
                <a:ea typeface="Segoe UI"/>
                <a:cs typeface="Segoe UI"/>
              </a:defRPr>
            </a:pPr>
            <a:r>
              <a:rPr sz="2175" b="0">
                <a:solidFill>
                  <a:srgbClr val="F7FBFC"/>
                </a:solidFill>
                <a:latin typeface="Segoe UI"/>
                <a:ea typeface="Segoe UI"/>
                <a:cs typeface="Segoe UI"/>
              </a:rPr>
              <a:t>yararlanır ve yeni adaylar dener</a:t>
            </a:r>
          </a:p>
        </p:txBody>
      </p:sp>
      <p:sp>
        <p:nvSpPr>
          <p:cNvPr id="14" name="">
            <a:extLst xmlns:a="http://schemas.openxmlformats.org/drawingml/2006/main">
              <a:ext uri="{FF2B5EF4-FFF2-40B4-BE49-F238E27FC236}">
                <a16:creationId xmlns:a16="http://schemas.microsoft.com/office/drawing/2014/main" id="{2602D74D-8807-4DA6-BD7D-3F4FABBB50D2}"/>
              </a:ext>
            </a:extLst>
          </p:cNvPr>
          <p:cNvSpPr>
            <a:spLocks xmlns:a="http://schemas.openxmlformats.org/drawingml/2006/main" noGrp="1"/>
          </p:cNvSpPr>
          <p:nvPr/>
        </p:nvSpPr>
        <p:spPr>
          <a:xfrm xmlns:a="http://schemas.openxmlformats.org/drawingml/2006/main">
            <a:off x="628650" y="5934075"/>
            <a:ext cx="107632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ACC5CC"/>
                </a:solidFill>
                <a:latin typeface="Segoe UI"/>
                <a:ea typeface="Segoe UI"/>
                <a:cs typeface="Segoe UI"/>
              </a:defRPr>
            </a:defPPr>
            <a:lvl1pPr>
              <a:defRPr sz="2025" b="0">
                <a:solidFill>
                  <a:srgbClr val="ACC5CC"/>
                </a:solidFill>
                <a:latin typeface="Segoe UI"/>
                <a:ea typeface="Segoe UI"/>
                <a:cs typeface="Segoe UI"/>
              </a:defRPr>
            </a:lvl1pPr>
            <a:lvl2pPr>
              <a:defRPr sz="2025" b="0">
                <a:solidFill>
                  <a:srgbClr val="ACC5CC"/>
                </a:solidFill>
                <a:latin typeface="Segoe UI"/>
                <a:ea typeface="Segoe UI"/>
                <a:cs typeface="Segoe UI"/>
              </a:defRPr>
            </a:lvl2pPr>
            <a:lvl3pPr>
              <a:defRPr sz="2025" b="0">
                <a:solidFill>
                  <a:srgbClr val="ACC5CC"/>
                </a:solidFill>
                <a:latin typeface="Segoe UI"/>
                <a:ea typeface="Segoe UI"/>
                <a:cs typeface="Segoe UI"/>
              </a:defRPr>
            </a:lvl3pPr>
            <a:lvl4pPr>
              <a:defRPr sz="2025" b="0">
                <a:solidFill>
                  <a:srgbClr val="ACC5CC"/>
                </a:solidFill>
                <a:latin typeface="Segoe UI"/>
                <a:ea typeface="Segoe UI"/>
                <a:cs typeface="Segoe UI"/>
              </a:defRPr>
            </a:lvl4pPr>
            <a:lvl5pPr>
              <a:defRPr sz="2025" b="0">
                <a:solidFill>
                  <a:srgbClr val="ACC5CC"/>
                </a:solidFill>
                <a:latin typeface="Segoe UI"/>
                <a:ea typeface="Segoe UI"/>
                <a:cs typeface="Segoe UI"/>
              </a:defRPr>
            </a:lvl5pPr>
            <a:lvl6pPr>
              <a:defRPr sz="2025" b="0">
                <a:solidFill>
                  <a:srgbClr val="ACC5CC"/>
                </a:solidFill>
                <a:latin typeface="Segoe UI"/>
                <a:ea typeface="Segoe UI"/>
                <a:cs typeface="Segoe UI"/>
              </a:defRPr>
            </a:lvl6pPr>
            <a:lvl7pPr>
              <a:defRPr sz="2025" b="0">
                <a:solidFill>
                  <a:srgbClr val="ACC5CC"/>
                </a:solidFill>
                <a:latin typeface="Segoe UI"/>
                <a:ea typeface="Segoe UI"/>
                <a:cs typeface="Segoe UI"/>
              </a:defRPr>
            </a:lvl7pPr>
            <a:lvl8pPr>
              <a:defRPr sz="2025" b="0">
                <a:solidFill>
                  <a:srgbClr val="ACC5CC"/>
                </a:solidFill>
                <a:latin typeface="Segoe UI"/>
                <a:ea typeface="Segoe UI"/>
                <a:cs typeface="Segoe UI"/>
              </a:defRPr>
            </a:lvl8pPr>
            <a:lvl9pPr>
              <a:defRPr sz="2025" b="0">
                <a:solidFill>
                  <a:srgbClr val="ACC5CC"/>
                </a:solidFill>
                <a:latin typeface="Segoe UI"/>
                <a:ea typeface="Segoe UI"/>
                <a:cs typeface="Segoe UI"/>
              </a:defRPr>
            </a:lvl9pPr>
          </a:lstStyle>
          <a:p xmlns:a="http://schemas.openxmlformats.org/drawingml/2006/main">
            <a:pPr>
              <a:defRPr sz="2025" b="0">
                <a:solidFill>
                  <a:srgbClr val="ACC5CC"/>
                </a:solidFill>
                <a:latin typeface="Segoe UI"/>
                <a:ea typeface="Segoe UI"/>
                <a:cs typeface="Segoe UI"/>
              </a:defRPr>
            </a:pPr>
            <a:r>
              <a:rPr sz="2025" b="0">
                <a:solidFill>
                  <a:srgbClr val="ACC5CC"/>
                </a:solidFill>
                <a:latin typeface="Segoe UI"/>
                <a:ea typeface="Segoe UI"/>
                <a:cs typeface="Segoe UI"/>
              </a:rPr>
              <a:t>BOALBFS, bu iki katmanı aynı amaç fonksiyonunda birleştirir</a:t>
            </a:r>
          </a:p>
        </p:txBody>
      </p:sp>
    </p:spTree>
    <p:extLst>
      <p:ext uri="{BB962C8B-B14F-4D97-AF65-F5344CB8AC3E}">
        <p14:creationId xmlns:p14="http://schemas.microsoft.com/office/powerpoint/2010/main" val="825354734"/>
      </p:ext>
    </p:extLst>
  </p:cSld>
</p:sld>
</file>

<file path=ppt/slides/slide9.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AB0C6637-8AD4-48A8-A86F-5C0EC73BAB89}"/>
              </a:ext>
            </a:extLst>
          </p:cNvPr>
          <p:cNvPicPr>
            <a:picLocks xmlns:a="http://schemas.openxmlformats.org/drawingml/2006/main" noChangeAspect="1"/>
          </p:cNvPicPr>
          <p:nvPr/>
        </p:nvPicPr>
        <p:blipFill>
          <a:blip xmlns:r="http://schemas.openxmlformats.org/officeDocument/2006/relationships" xmlns:a="http://schemas.openxmlformats.org/drawingml/2006/main" r:embed="Rd18d6a49efb340c0"/>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3" name="title">
            <a:extLst xmlns:a="http://schemas.openxmlformats.org/drawingml/2006/main">
              <a:ext uri="{FF2B5EF4-FFF2-40B4-BE49-F238E27FC236}">
                <a16:creationId xmlns:a16="http://schemas.microsoft.com/office/drawing/2014/main" id="{CA807ADC-3138-4AEC-B1AB-CB4656913F39}"/>
              </a:ext>
            </a:extLst>
          </p:cNvPr>
          <p:cNvSpPr>
            <a:spLocks xmlns:a="http://schemas.openxmlformats.org/drawingml/2006/main" noGrp="1"/>
          </p:cNvSpPr>
          <p:nvPr/>
        </p:nvSpPr>
        <p:spPr>
          <a:xfrm xmlns:a="http://schemas.openxmlformats.org/drawingml/2006/main">
            <a:off x="628650" y="457200"/>
            <a:ext cx="109347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600" b="1">
                <a:solidFill>
                  <a:srgbClr val="102D3B"/>
                </a:solidFill>
                <a:latin typeface="Segoe UI"/>
                <a:ea typeface="Segoe UI"/>
                <a:cs typeface="Segoe UI"/>
              </a:defRPr>
            </a:defPPr>
            <a:lvl1pPr>
              <a:defRPr sz="3600" b="1">
                <a:solidFill>
                  <a:srgbClr val="102D3B"/>
                </a:solidFill>
                <a:latin typeface="Segoe UI"/>
                <a:ea typeface="Segoe UI"/>
                <a:cs typeface="Segoe UI"/>
              </a:defRPr>
            </a:lvl1pPr>
            <a:lvl2pPr>
              <a:defRPr sz="3600" b="1">
                <a:solidFill>
                  <a:srgbClr val="102D3B"/>
                </a:solidFill>
                <a:latin typeface="Segoe UI"/>
                <a:ea typeface="Segoe UI"/>
                <a:cs typeface="Segoe UI"/>
              </a:defRPr>
            </a:lvl2pPr>
            <a:lvl3pPr>
              <a:defRPr sz="3600" b="1">
                <a:solidFill>
                  <a:srgbClr val="102D3B"/>
                </a:solidFill>
                <a:latin typeface="Segoe UI"/>
                <a:ea typeface="Segoe UI"/>
                <a:cs typeface="Segoe UI"/>
              </a:defRPr>
            </a:lvl3pPr>
            <a:lvl4pPr>
              <a:defRPr sz="3600" b="1">
                <a:solidFill>
                  <a:srgbClr val="102D3B"/>
                </a:solidFill>
                <a:latin typeface="Segoe UI"/>
                <a:ea typeface="Segoe UI"/>
                <a:cs typeface="Segoe UI"/>
              </a:defRPr>
            </a:lvl4pPr>
            <a:lvl5pPr>
              <a:defRPr sz="3600" b="1">
                <a:solidFill>
                  <a:srgbClr val="102D3B"/>
                </a:solidFill>
                <a:latin typeface="Segoe UI"/>
                <a:ea typeface="Segoe UI"/>
                <a:cs typeface="Segoe UI"/>
              </a:defRPr>
            </a:lvl5pPr>
            <a:lvl6pPr>
              <a:defRPr sz="3600" b="1">
                <a:solidFill>
                  <a:srgbClr val="102D3B"/>
                </a:solidFill>
                <a:latin typeface="Segoe UI"/>
                <a:ea typeface="Segoe UI"/>
                <a:cs typeface="Segoe UI"/>
              </a:defRPr>
            </a:lvl6pPr>
            <a:lvl7pPr>
              <a:defRPr sz="3600" b="1">
                <a:solidFill>
                  <a:srgbClr val="102D3B"/>
                </a:solidFill>
                <a:latin typeface="Segoe UI"/>
                <a:ea typeface="Segoe UI"/>
                <a:cs typeface="Segoe UI"/>
              </a:defRPr>
            </a:lvl7pPr>
            <a:lvl8pPr>
              <a:defRPr sz="3600" b="1">
                <a:solidFill>
                  <a:srgbClr val="102D3B"/>
                </a:solidFill>
                <a:latin typeface="Segoe UI"/>
                <a:ea typeface="Segoe UI"/>
                <a:cs typeface="Segoe UI"/>
              </a:defRPr>
            </a:lvl8pPr>
            <a:lvl9pPr>
              <a:defRPr sz="3600" b="1">
                <a:solidFill>
                  <a:srgbClr val="102D3B"/>
                </a:solidFill>
                <a:latin typeface="Segoe UI"/>
                <a:ea typeface="Segoe UI"/>
                <a:cs typeface="Segoe UI"/>
              </a:defRPr>
            </a:lvl9pPr>
          </a:lstStyle>
          <a:p xmlns:a="http://schemas.openxmlformats.org/drawingml/2006/main">
            <a:pPr>
              <a:defRPr sz="3600" b="1">
                <a:solidFill>
                  <a:srgbClr val="102D3B"/>
                </a:solidFill>
                <a:latin typeface="Segoe UI"/>
                <a:ea typeface="Segoe UI"/>
                <a:cs typeface="Segoe UI"/>
              </a:defRPr>
            </a:pPr>
            <a:r>
              <a:rPr sz="3600" b="1">
                <a:solidFill>
                  <a:srgbClr val="102D3B"/>
                </a:solidFill>
                <a:latin typeface="Segoe UI"/>
                <a:ea typeface="Segoe UI"/>
                <a:cs typeface="Segoe UI"/>
              </a:rPr>
              <a:t>Mamdani’nin verdiği karar</a:t>
            </a:r>
          </a:p>
        </p:txBody>
      </p:sp>
      <p:sp>
        <p:nvSpPr>
          <p:cNvPr id="4" name="page">
            <a:extLst xmlns:a="http://schemas.openxmlformats.org/drawingml/2006/main">
              <a:ext uri="{FF2B5EF4-FFF2-40B4-BE49-F238E27FC236}">
                <a16:creationId xmlns:a16="http://schemas.microsoft.com/office/drawing/2014/main" id="{9F81AF40-F6E6-44B1-A4A9-6B552C80FF13}"/>
              </a:ext>
            </a:extLst>
          </p:cNvPr>
          <p:cNvSpPr>
            <a:spLocks xmlns:a="http://schemas.openxmlformats.org/drawingml/2006/main" noGrp="1"/>
          </p:cNvSpPr>
          <p:nvPr/>
        </p:nvSpPr>
        <p:spPr>
          <a:xfrm xmlns:a="http://schemas.openxmlformats.org/drawingml/2006/main">
            <a:off x="11182350" y="6334125"/>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57717A"/>
                </a:solidFill>
                <a:latin typeface="Segoe UI"/>
                <a:ea typeface="Segoe UI"/>
                <a:cs typeface="Segoe UI"/>
              </a:defRPr>
            </a:defPPr>
            <a:lvl1pPr>
              <a:defRPr sz="1575" b="0">
                <a:solidFill>
                  <a:srgbClr val="57717A"/>
                </a:solidFill>
                <a:latin typeface="Segoe UI"/>
                <a:ea typeface="Segoe UI"/>
                <a:cs typeface="Segoe UI"/>
              </a:defRPr>
            </a:lvl1pPr>
            <a:lvl2pPr>
              <a:defRPr sz="1575" b="0">
                <a:solidFill>
                  <a:srgbClr val="57717A"/>
                </a:solidFill>
                <a:latin typeface="Segoe UI"/>
                <a:ea typeface="Segoe UI"/>
                <a:cs typeface="Segoe UI"/>
              </a:defRPr>
            </a:lvl2pPr>
            <a:lvl3pPr>
              <a:defRPr sz="1575" b="0">
                <a:solidFill>
                  <a:srgbClr val="57717A"/>
                </a:solidFill>
                <a:latin typeface="Segoe UI"/>
                <a:ea typeface="Segoe UI"/>
                <a:cs typeface="Segoe UI"/>
              </a:defRPr>
            </a:lvl3pPr>
            <a:lvl4pPr>
              <a:defRPr sz="1575" b="0">
                <a:solidFill>
                  <a:srgbClr val="57717A"/>
                </a:solidFill>
                <a:latin typeface="Segoe UI"/>
                <a:ea typeface="Segoe UI"/>
                <a:cs typeface="Segoe UI"/>
              </a:defRPr>
            </a:lvl4pPr>
            <a:lvl5pPr>
              <a:defRPr sz="1575" b="0">
                <a:solidFill>
                  <a:srgbClr val="57717A"/>
                </a:solidFill>
                <a:latin typeface="Segoe UI"/>
                <a:ea typeface="Segoe UI"/>
                <a:cs typeface="Segoe UI"/>
              </a:defRPr>
            </a:lvl5pPr>
            <a:lvl6pPr>
              <a:defRPr sz="1575" b="0">
                <a:solidFill>
                  <a:srgbClr val="57717A"/>
                </a:solidFill>
                <a:latin typeface="Segoe UI"/>
                <a:ea typeface="Segoe UI"/>
                <a:cs typeface="Segoe UI"/>
              </a:defRPr>
            </a:lvl6pPr>
            <a:lvl7pPr>
              <a:defRPr sz="1575" b="0">
                <a:solidFill>
                  <a:srgbClr val="57717A"/>
                </a:solidFill>
                <a:latin typeface="Segoe UI"/>
                <a:ea typeface="Segoe UI"/>
                <a:cs typeface="Segoe UI"/>
              </a:defRPr>
            </a:lvl7pPr>
            <a:lvl8pPr>
              <a:defRPr sz="1575" b="0">
                <a:solidFill>
                  <a:srgbClr val="57717A"/>
                </a:solidFill>
                <a:latin typeface="Segoe UI"/>
                <a:ea typeface="Segoe UI"/>
                <a:cs typeface="Segoe UI"/>
              </a:defRPr>
            </a:lvl8pPr>
            <a:lvl9pPr>
              <a:defRPr sz="1575" b="0">
                <a:solidFill>
                  <a:srgbClr val="57717A"/>
                </a:solidFill>
                <a:latin typeface="Segoe UI"/>
                <a:ea typeface="Segoe UI"/>
                <a:cs typeface="Segoe UI"/>
              </a:defRPr>
            </a:lvl9pPr>
          </a:lstStyle>
          <a:p xmlns:a="http://schemas.openxmlformats.org/drawingml/2006/main">
            <a:pPr>
              <a:defRPr sz="1575" b="0">
                <a:solidFill>
                  <a:srgbClr val="57717A"/>
                </a:solidFill>
                <a:latin typeface="Segoe UI"/>
                <a:ea typeface="Segoe UI"/>
                <a:cs typeface="Segoe UI"/>
              </a:defRPr>
            </a:pPr>
            <a:r>
              <a:rPr sz="1575" b="0">
                <a:solidFill>
                  <a:srgbClr val="57717A"/>
                </a:solidFill>
                <a:latin typeface="Segoe UI"/>
                <a:ea typeface="Segoe UI"/>
                <a:cs typeface="Segoe UI"/>
              </a:rPr>
              <a:t>09</a:t>
            </a:r>
          </a:p>
        </p:txBody>
      </p:sp>
      <p:sp>
        <p:nvSpPr>
          <p:cNvPr id="5" name="">
            <a:extLst xmlns:a="http://schemas.openxmlformats.org/drawingml/2006/main">
              <a:ext uri="{FF2B5EF4-FFF2-40B4-BE49-F238E27FC236}">
                <a16:creationId xmlns:a16="http://schemas.microsoft.com/office/drawing/2014/main" id="{BE506E9F-C605-4B72-AB5B-8E3AA1C00251}"/>
              </a:ext>
            </a:extLst>
          </p:cNvPr>
          <p:cNvSpPr>
            <a:spLocks xmlns:a="http://schemas.openxmlformats.org/drawingml/2006/main" noGrp="1"/>
          </p:cNvSpPr>
          <p:nvPr/>
        </p:nvSpPr>
        <p:spPr>
          <a:xfrm xmlns:a="http://schemas.openxmlformats.org/drawingml/2006/main">
            <a:off x="628650" y="1533525"/>
            <a:ext cx="109347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117B78"/>
                </a:solidFill>
                <a:latin typeface="Segoe UI"/>
                <a:ea typeface="Segoe UI"/>
                <a:cs typeface="Segoe UI"/>
              </a:defRPr>
            </a:defPPr>
            <a:lvl1pPr>
              <a:defRPr sz="2175" b="0">
                <a:solidFill>
                  <a:srgbClr val="117B78"/>
                </a:solidFill>
                <a:latin typeface="Segoe UI"/>
                <a:ea typeface="Segoe UI"/>
                <a:cs typeface="Segoe UI"/>
              </a:defRPr>
            </a:lvl1pPr>
            <a:lvl2pPr>
              <a:defRPr sz="2175" b="0">
                <a:solidFill>
                  <a:srgbClr val="117B78"/>
                </a:solidFill>
                <a:latin typeface="Segoe UI"/>
                <a:ea typeface="Segoe UI"/>
                <a:cs typeface="Segoe UI"/>
              </a:defRPr>
            </a:lvl2pPr>
            <a:lvl3pPr>
              <a:defRPr sz="2175" b="0">
                <a:solidFill>
                  <a:srgbClr val="117B78"/>
                </a:solidFill>
                <a:latin typeface="Segoe UI"/>
                <a:ea typeface="Segoe UI"/>
                <a:cs typeface="Segoe UI"/>
              </a:defRPr>
            </a:lvl3pPr>
            <a:lvl4pPr>
              <a:defRPr sz="2175" b="0">
                <a:solidFill>
                  <a:srgbClr val="117B78"/>
                </a:solidFill>
                <a:latin typeface="Segoe UI"/>
                <a:ea typeface="Segoe UI"/>
                <a:cs typeface="Segoe UI"/>
              </a:defRPr>
            </a:lvl4pPr>
            <a:lvl5pPr>
              <a:defRPr sz="2175" b="0">
                <a:solidFill>
                  <a:srgbClr val="117B78"/>
                </a:solidFill>
                <a:latin typeface="Segoe UI"/>
                <a:ea typeface="Segoe UI"/>
                <a:cs typeface="Segoe UI"/>
              </a:defRPr>
            </a:lvl5pPr>
            <a:lvl6pPr>
              <a:defRPr sz="2175" b="0">
                <a:solidFill>
                  <a:srgbClr val="117B78"/>
                </a:solidFill>
                <a:latin typeface="Segoe UI"/>
                <a:ea typeface="Segoe UI"/>
                <a:cs typeface="Segoe UI"/>
              </a:defRPr>
            </a:lvl6pPr>
            <a:lvl7pPr>
              <a:defRPr sz="2175" b="0">
                <a:solidFill>
                  <a:srgbClr val="117B78"/>
                </a:solidFill>
                <a:latin typeface="Segoe UI"/>
                <a:ea typeface="Segoe UI"/>
                <a:cs typeface="Segoe UI"/>
              </a:defRPr>
            </a:lvl7pPr>
            <a:lvl8pPr>
              <a:defRPr sz="2175" b="0">
                <a:solidFill>
                  <a:srgbClr val="117B78"/>
                </a:solidFill>
                <a:latin typeface="Segoe UI"/>
                <a:ea typeface="Segoe UI"/>
                <a:cs typeface="Segoe UI"/>
              </a:defRPr>
            </a:lvl8pPr>
            <a:lvl9pPr>
              <a:defRPr sz="2175" b="0">
                <a:solidFill>
                  <a:srgbClr val="117B78"/>
                </a:solidFill>
                <a:latin typeface="Segoe UI"/>
                <a:ea typeface="Segoe UI"/>
                <a:cs typeface="Segoe UI"/>
              </a:defRPr>
            </a:lvl9pPr>
          </a:lstStyle>
          <a:p xmlns:a="http://schemas.openxmlformats.org/drawingml/2006/main">
            <a:pPr>
              <a:defRPr sz="2175" b="0">
                <a:solidFill>
                  <a:srgbClr val="117B78"/>
                </a:solidFill>
                <a:latin typeface="Segoe UI"/>
                <a:ea typeface="Segoe UI"/>
                <a:cs typeface="Segoe UI"/>
              </a:defRPr>
            </a:pPr>
            <a:r>
              <a:rPr sz="2175" b="0">
                <a:solidFill>
                  <a:srgbClr val="117B78"/>
                </a:solidFill>
                <a:latin typeface="Segoe UI"/>
                <a:ea typeface="Segoe UI"/>
                <a:cs typeface="Segoe UI"/>
              </a:rPr>
              <a:t>Mamdani, “eğer–ise” kurallarını sayısal karara dönüştüren bulanık çıkarımdır.</a:t>
            </a:r>
          </a:p>
        </p:txBody>
      </p:sp>
      <p:sp>
        <p:nvSpPr>
          <p:cNvPr id="6" name="">
            <a:extLst xmlns:a="http://schemas.openxmlformats.org/drawingml/2006/main">
              <a:ext uri="{FF2B5EF4-FFF2-40B4-BE49-F238E27FC236}">
                <a16:creationId xmlns:a16="http://schemas.microsoft.com/office/drawing/2014/main" id="{08992359-C54D-40C6-846C-876D9582DF48}"/>
              </a:ext>
            </a:extLst>
          </p:cNvPr>
          <p:cNvSpPr>
            <a:spLocks xmlns:a="http://schemas.openxmlformats.org/drawingml/2006/main" noGrp="1"/>
          </p:cNvSpPr>
          <p:nvPr/>
        </p:nvSpPr>
        <p:spPr>
          <a:xfrm xmlns:a="http://schemas.openxmlformats.org/drawingml/2006/main">
            <a:off x="628650" y="2438400"/>
            <a:ext cx="5238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50" b="1">
                <a:solidFill>
                  <a:srgbClr val="102D3B"/>
                </a:solidFill>
                <a:latin typeface="Segoe UI"/>
                <a:ea typeface="Segoe UI"/>
                <a:cs typeface="Segoe UI"/>
              </a:defRPr>
            </a:defPPr>
            <a:lvl1pPr>
              <a:defRPr sz="2550" b="1">
                <a:solidFill>
                  <a:srgbClr val="102D3B"/>
                </a:solidFill>
                <a:latin typeface="Segoe UI"/>
                <a:ea typeface="Segoe UI"/>
                <a:cs typeface="Segoe UI"/>
              </a:defRPr>
            </a:lvl1pPr>
            <a:lvl2pPr>
              <a:defRPr sz="2550" b="1">
                <a:solidFill>
                  <a:srgbClr val="102D3B"/>
                </a:solidFill>
                <a:latin typeface="Segoe UI"/>
                <a:ea typeface="Segoe UI"/>
                <a:cs typeface="Segoe UI"/>
              </a:defRPr>
            </a:lvl2pPr>
            <a:lvl3pPr>
              <a:defRPr sz="2550" b="1">
                <a:solidFill>
                  <a:srgbClr val="102D3B"/>
                </a:solidFill>
                <a:latin typeface="Segoe UI"/>
                <a:ea typeface="Segoe UI"/>
                <a:cs typeface="Segoe UI"/>
              </a:defRPr>
            </a:lvl3pPr>
            <a:lvl4pPr>
              <a:defRPr sz="2550" b="1">
                <a:solidFill>
                  <a:srgbClr val="102D3B"/>
                </a:solidFill>
                <a:latin typeface="Segoe UI"/>
                <a:ea typeface="Segoe UI"/>
                <a:cs typeface="Segoe UI"/>
              </a:defRPr>
            </a:lvl4pPr>
            <a:lvl5pPr>
              <a:defRPr sz="2550" b="1">
                <a:solidFill>
                  <a:srgbClr val="102D3B"/>
                </a:solidFill>
                <a:latin typeface="Segoe UI"/>
                <a:ea typeface="Segoe UI"/>
                <a:cs typeface="Segoe UI"/>
              </a:defRPr>
            </a:lvl5pPr>
            <a:lvl6pPr>
              <a:defRPr sz="2550" b="1">
                <a:solidFill>
                  <a:srgbClr val="102D3B"/>
                </a:solidFill>
                <a:latin typeface="Segoe UI"/>
                <a:ea typeface="Segoe UI"/>
                <a:cs typeface="Segoe UI"/>
              </a:defRPr>
            </a:lvl6pPr>
            <a:lvl7pPr>
              <a:defRPr sz="2550" b="1">
                <a:solidFill>
                  <a:srgbClr val="102D3B"/>
                </a:solidFill>
                <a:latin typeface="Segoe UI"/>
                <a:ea typeface="Segoe UI"/>
                <a:cs typeface="Segoe UI"/>
              </a:defRPr>
            </a:lvl7pPr>
            <a:lvl8pPr>
              <a:defRPr sz="2550" b="1">
                <a:solidFill>
                  <a:srgbClr val="102D3B"/>
                </a:solidFill>
                <a:latin typeface="Segoe UI"/>
                <a:ea typeface="Segoe UI"/>
                <a:cs typeface="Segoe UI"/>
              </a:defRPr>
            </a:lvl8pPr>
            <a:lvl9pPr>
              <a:defRPr sz="2550" b="1">
                <a:solidFill>
                  <a:srgbClr val="102D3B"/>
                </a:solidFill>
                <a:latin typeface="Segoe UI"/>
                <a:ea typeface="Segoe UI"/>
                <a:cs typeface="Segoe UI"/>
              </a:defRPr>
            </a:lvl9pPr>
          </a:lstStyle>
          <a:p xmlns:a="http://schemas.openxmlformats.org/drawingml/2006/main">
            <a:pPr>
              <a:defRPr sz="2550" b="1">
                <a:solidFill>
                  <a:srgbClr val="102D3B"/>
                </a:solidFill>
                <a:latin typeface="Segoe UI"/>
                <a:ea typeface="Segoe UI"/>
                <a:cs typeface="Segoe UI"/>
              </a:defRPr>
            </a:pPr>
            <a:r>
              <a:rPr sz="2550" b="1">
                <a:solidFill>
                  <a:srgbClr val="102D3B"/>
                </a:solidFill>
                <a:latin typeface="Segoe UI"/>
                <a:ea typeface="Segoe UI"/>
                <a:cs typeface="Segoe UI"/>
              </a:rPr>
              <a:t>S  Güvenlik puanı</a:t>
            </a:r>
          </a:p>
        </p:txBody>
      </p:sp>
      <p:sp>
        <p:nvSpPr>
          <p:cNvPr id="7" name="">
            <a:extLst xmlns:a="http://schemas.openxmlformats.org/drawingml/2006/main">
              <a:ext uri="{FF2B5EF4-FFF2-40B4-BE49-F238E27FC236}">
                <a16:creationId xmlns:a16="http://schemas.microsoft.com/office/drawing/2014/main" id="{B85010F7-061E-4E3F-9AC4-DDAE01BDE0D8}"/>
              </a:ext>
            </a:extLst>
          </p:cNvPr>
          <p:cNvSpPr>
            <a:spLocks xmlns:a="http://schemas.openxmlformats.org/drawingml/2006/main" noGrp="1"/>
          </p:cNvSpPr>
          <p:nvPr/>
        </p:nvSpPr>
        <p:spPr>
          <a:xfrm xmlns:a="http://schemas.openxmlformats.org/drawingml/2006/main">
            <a:off x="628650" y="3028950"/>
            <a:ext cx="523875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57717A"/>
                </a:solidFill>
                <a:latin typeface="Segoe UI"/>
                <a:ea typeface="Segoe UI"/>
                <a:cs typeface="Segoe UI"/>
              </a:defRPr>
            </a:defPPr>
            <a:lvl1pPr>
              <a:defRPr sz="2025" b="0">
                <a:solidFill>
                  <a:srgbClr val="57717A"/>
                </a:solidFill>
                <a:latin typeface="Segoe UI"/>
                <a:ea typeface="Segoe UI"/>
                <a:cs typeface="Segoe UI"/>
              </a:defRPr>
            </a:lvl1pPr>
            <a:lvl2pPr>
              <a:defRPr sz="2025" b="0">
                <a:solidFill>
                  <a:srgbClr val="57717A"/>
                </a:solidFill>
                <a:latin typeface="Segoe UI"/>
                <a:ea typeface="Segoe UI"/>
                <a:cs typeface="Segoe UI"/>
              </a:defRPr>
            </a:lvl2pPr>
            <a:lvl3pPr>
              <a:defRPr sz="2025" b="0">
                <a:solidFill>
                  <a:srgbClr val="57717A"/>
                </a:solidFill>
                <a:latin typeface="Segoe UI"/>
                <a:ea typeface="Segoe UI"/>
                <a:cs typeface="Segoe UI"/>
              </a:defRPr>
            </a:lvl3pPr>
            <a:lvl4pPr>
              <a:defRPr sz="2025" b="0">
                <a:solidFill>
                  <a:srgbClr val="57717A"/>
                </a:solidFill>
                <a:latin typeface="Segoe UI"/>
                <a:ea typeface="Segoe UI"/>
                <a:cs typeface="Segoe UI"/>
              </a:defRPr>
            </a:lvl4pPr>
            <a:lvl5pPr>
              <a:defRPr sz="2025" b="0">
                <a:solidFill>
                  <a:srgbClr val="57717A"/>
                </a:solidFill>
                <a:latin typeface="Segoe UI"/>
                <a:ea typeface="Segoe UI"/>
                <a:cs typeface="Segoe UI"/>
              </a:defRPr>
            </a:lvl5pPr>
            <a:lvl6pPr>
              <a:defRPr sz="2025" b="0">
                <a:solidFill>
                  <a:srgbClr val="57717A"/>
                </a:solidFill>
                <a:latin typeface="Segoe UI"/>
                <a:ea typeface="Segoe UI"/>
                <a:cs typeface="Segoe UI"/>
              </a:defRPr>
            </a:lvl6pPr>
            <a:lvl7pPr>
              <a:defRPr sz="2025" b="0">
                <a:solidFill>
                  <a:srgbClr val="57717A"/>
                </a:solidFill>
                <a:latin typeface="Segoe UI"/>
                <a:ea typeface="Segoe UI"/>
                <a:cs typeface="Segoe UI"/>
              </a:defRPr>
            </a:lvl7pPr>
            <a:lvl8pPr>
              <a:defRPr sz="2025" b="0">
                <a:solidFill>
                  <a:srgbClr val="57717A"/>
                </a:solidFill>
                <a:latin typeface="Segoe UI"/>
                <a:ea typeface="Segoe UI"/>
                <a:cs typeface="Segoe UI"/>
              </a:defRPr>
            </a:lvl8pPr>
            <a:lvl9pPr>
              <a:defRPr sz="2025" b="0">
                <a:solidFill>
                  <a:srgbClr val="57717A"/>
                </a:solidFill>
                <a:latin typeface="Segoe UI"/>
                <a:ea typeface="Segoe UI"/>
                <a:cs typeface="Segoe UI"/>
              </a:defRPr>
            </a:lvl9pPr>
          </a:lstStyle>
          <a:p xmlns:a="http://schemas.openxmlformats.org/drawingml/2006/main">
            <a:pPr>
              <a:defRPr sz="2025" b="0">
                <a:solidFill>
                  <a:srgbClr val="57717A"/>
                </a:solidFill>
                <a:latin typeface="Segoe UI"/>
                <a:ea typeface="Segoe UI"/>
                <a:cs typeface="Segoe UI"/>
              </a:defRPr>
            </a:pPr>
            <a:r>
              <a:rPr sz="2025" b="0">
                <a:solidFill>
                  <a:srgbClr val="57717A"/>
                </a:solidFill>
                <a:latin typeface="Segoe UI"/>
                <a:ea typeface="Segoe UI"/>
                <a:cs typeface="Segoe UI"/>
              </a:rPr>
              <a:t>Uzman görüşlerinden hesaplanan 0–1 puanı.</a:t>
            </a:r>
          </a:p>
          <a:p xmlns:a="http://schemas.openxmlformats.org/drawingml/2006/main">
            <a:pPr>
              <a:defRPr sz="2025" b="0">
                <a:solidFill>
                  <a:srgbClr val="57717A"/>
                </a:solidFill>
                <a:latin typeface="Segoe UI"/>
                <a:ea typeface="Segoe UI"/>
                <a:cs typeface="Segoe UI"/>
              </a:defRPr>
            </a:pPr>
            <a:r>
              <a:rPr sz="2025" b="0">
                <a:solidFill>
                  <a:srgbClr val="57717A"/>
                </a:solidFill>
                <a:latin typeface="Segoe UI"/>
                <a:ea typeface="Segoe UI"/>
                <a:cs typeface="Segoe UI"/>
              </a:rPr>
              <a:t>Yüksek S, daha yüksek güvenlik</a:t>
            </a:r>
          </a:p>
          <a:p xmlns:a="http://schemas.openxmlformats.org/drawingml/2006/main">
            <a:pPr>
              <a:defRPr sz="2025" b="0">
                <a:solidFill>
                  <a:srgbClr val="57717A"/>
                </a:solidFill>
                <a:latin typeface="Segoe UI"/>
                <a:ea typeface="Segoe UI"/>
                <a:cs typeface="Segoe UI"/>
              </a:defRPr>
            </a:pPr>
            <a:r>
              <a:rPr sz="2025" b="0">
                <a:solidFill>
                  <a:srgbClr val="57717A"/>
                </a:solidFill>
                <a:latin typeface="Segoe UI"/>
                <a:ea typeface="Segoe UI"/>
                <a:cs typeface="Segoe UI"/>
              </a:rPr>
              <a:t>değerlendirmesini temsil eder.</a:t>
            </a:r>
          </a:p>
        </p:txBody>
      </p:sp>
      <p:sp>
        <p:nvSpPr>
          <p:cNvPr id="8" name="">
            <a:extLst xmlns:a="http://schemas.openxmlformats.org/drawingml/2006/main">
              <a:ext uri="{FF2B5EF4-FFF2-40B4-BE49-F238E27FC236}">
                <a16:creationId xmlns:a16="http://schemas.microsoft.com/office/drawing/2014/main" id="{C5ED9113-1668-4888-9CC8-B10CFBD767E0}"/>
              </a:ext>
            </a:extLst>
          </p:cNvPr>
          <p:cNvSpPr>
            <a:spLocks xmlns:a="http://schemas.openxmlformats.org/drawingml/2006/main" noGrp="1"/>
          </p:cNvSpPr>
          <p:nvPr/>
        </p:nvSpPr>
        <p:spPr>
          <a:xfrm xmlns:a="http://schemas.openxmlformats.org/drawingml/2006/main">
            <a:off x="6457950" y="2438400"/>
            <a:ext cx="51911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50" b="1">
                <a:solidFill>
                  <a:srgbClr val="102D3B"/>
                </a:solidFill>
                <a:latin typeface="Segoe UI"/>
                <a:ea typeface="Segoe UI"/>
                <a:cs typeface="Segoe UI"/>
              </a:defRPr>
            </a:defPPr>
            <a:lvl1pPr>
              <a:defRPr sz="2550" b="1">
                <a:solidFill>
                  <a:srgbClr val="102D3B"/>
                </a:solidFill>
                <a:latin typeface="Segoe UI"/>
                <a:ea typeface="Segoe UI"/>
                <a:cs typeface="Segoe UI"/>
              </a:defRPr>
            </a:lvl1pPr>
            <a:lvl2pPr>
              <a:defRPr sz="2550" b="1">
                <a:solidFill>
                  <a:srgbClr val="102D3B"/>
                </a:solidFill>
                <a:latin typeface="Segoe UI"/>
                <a:ea typeface="Segoe UI"/>
                <a:cs typeface="Segoe UI"/>
              </a:defRPr>
            </a:lvl2pPr>
            <a:lvl3pPr>
              <a:defRPr sz="2550" b="1">
                <a:solidFill>
                  <a:srgbClr val="102D3B"/>
                </a:solidFill>
                <a:latin typeface="Segoe UI"/>
                <a:ea typeface="Segoe UI"/>
                <a:cs typeface="Segoe UI"/>
              </a:defRPr>
            </a:lvl3pPr>
            <a:lvl4pPr>
              <a:defRPr sz="2550" b="1">
                <a:solidFill>
                  <a:srgbClr val="102D3B"/>
                </a:solidFill>
                <a:latin typeface="Segoe UI"/>
                <a:ea typeface="Segoe UI"/>
                <a:cs typeface="Segoe UI"/>
              </a:defRPr>
            </a:lvl4pPr>
            <a:lvl5pPr>
              <a:defRPr sz="2550" b="1">
                <a:solidFill>
                  <a:srgbClr val="102D3B"/>
                </a:solidFill>
                <a:latin typeface="Segoe UI"/>
                <a:ea typeface="Segoe UI"/>
                <a:cs typeface="Segoe UI"/>
              </a:defRPr>
            </a:lvl5pPr>
            <a:lvl6pPr>
              <a:defRPr sz="2550" b="1">
                <a:solidFill>
                  <a:srgbClr val="102D3B"/>
                </a:solidFill>
                <a:latin typeface="Segoe UI"/>
                <a:ea typeface="Segoe UI"/>
                <a:cs typeface="Segoe UI"/>
              </a:defRPr>
            </a:lvl6pPr>
            <a:lvl7pPr>
              <a:defRPr sz="2550" b="1">
                <a:solidFill>
                  <a:srgbClr val="102D3B"/>
                </a:solidFill>
                <a:latin typeface="Segoe UI"/>
                <a:ea typeface="Segoe UI"/>
                <a:cs typeface="Segoe UI"/>
              </a:defRPr>
            </a:lvl7pPr>
            <a:lvl8pPr>
              <a:defRPr sz="2550" b="1">
                <a:solidFill>
                  <a:srgbClr val="102D3B"/>
                </a:solidFill>
                <a:latin typeface="Segoe UI"/>
                <a:ea typeface="Segoe UI"/>
                <a:cs typeface="Segoe UI"/>
              </a:defRPr>
            </a:lvl8pPr>
            <a:lvl9pPr>
              <a:defRPr sz="2550" b="1">
                <a:solidFill>
                  <a:srgbClr val="102D3B"/>
                </a:solidFill>
                <a:latin typeface="Segoe UI"/>
                <a:ea typeface="Segoe UI"/>
                <a:cs typeface="Segoe UI"/>
              </a:defRPr>
            </a:lvl9pPr>
          </a:lstStyle>
          <a:p xmlns:a="http://schemas.openxmlformats.org/drawingml/2006/main">
            <a:pPr>
              <a:defRPr sz="2550" b="1">
                <a:solidFill>
                  <a:srgbClr val="102D3B"/>
                </a:solidFill>
                <a:latin typeface="Segoe UI"/>
                <a:ea typeface="Segoe UI"/>
                <a:cs typeface="Segoe UI"/>
              </a:defRPr>
            </a:pPr>
            <a:r>
              <a:rPr sz="2550" b="1">
                <a:solidFill>
                  <a:srgbClr val="102D3B"/>
                </a:solidFill>
                <a:latin typeface="Segoe UI"/>
                <a:ea typeface="Segoe UI"/>
                <a:cs typeface="Segoe UI"/>
              </a:rPr>
              <a:t>U  Değerlendirme genişliği</a:t>
            </a:r>
          </a:p>
        </p:txBody>
      </p:sp>
      <p:sp>
        <p:nvSpPr>
          <p:cNvPr id="9" name="">
            <a:extLst xmlns:a="http://schemas.openxmlformats.org/drawingml/2006/main">
              <a:ext uri="{FF2B5EF4-FFF2-40B4-BE49-F238E27FC236}">
                <a16:creationId xmlns:a16="http://schemas.microsoft.com/office/drawing/2014/main" id="{D4B7B4AB-DB5F-475C-9719-7C8C56D16C71}"/>
              </a:ext>
            </a:extLst>
          </p:cNvPr>
          <p:cNvSpPr>
            <a:spLocks xmlns:a="http://schemas.openxmlformats.org/drawingml/2006/main" noGrp="1"/>
          </p:cNvSpPr>
          <p:nvPr/>
        </p:nvSpPr>
        <p:spPr>
          <a:xfrm xmlns:a="http://schemas.openxmlformats.org/drawingml/2006/main">
            <a:off x="6457950" y="3028950"/>
            <a:ext cx="5191125"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57717A"/>
                </a:solidFill>
                <a:latin typeface="Segoe UI"/>
                <a:ea typeface="Segoe UI"/>
                <a:cs typeface="Segoe UI"/>
              </a:defRPr>
            </a:defPPr>
            <a:lvl1pPr>
              <a:defRPr sz="2025" b="0">
                <a:solidFill>
                  <a:srgbClr val="57717A"/>
                </a:solidFill>
                <a:latin typeface="Segoe UI"/>
                <a:ea typeface="Segoe UI"/>
                <a:cs typeface="Segoe UI"/>
              </a:defRPr>
            </a:lvl1pPr>
            <a:lvl2pPr>
              <a:defRPr sz="2025" b="0">
                <a:solidFill>
                  <a:srgbClr val="57717A"/>
                </a:solidFill>
                <a:latin typeface="Segoe UI"/>
                <a:ea typeface="Segoe UI"/>
                <a:cs typeface="Segoe UI"/>
              </a:defRPr>
            </a:lvl2pPr>
            <a:lvl3pPr>
              <a:defRPr sz="2025" b="0">
                <a:solidFill>
                  <a:srgbClr val="57717A"/>
                </a:solidFill>
                <a:latin typeface="Segoe UI"/>
                <a:ea typeface="Segoe UI"/>
                <a:cs typeface="Segoe UI"/>
              </a:defRPr>
            </a:lvl3pPr>
            <a:lvl4pPr>
              <a:defRPr sz="2025" b="0">
                <a:solidFill>
                  <a:srgbClr val="57717A"/>
                </a:solidFill>
                <a:latin typeface="Segoe UI"/>
                <a:ea typeface="Segoe UI"/>
                <a:cs typeface="Segoe UI"/>
              </a:defRPr>
            </a:lvl4pPr>
            <a:lvl5pPr>
              <a:defRPr sz="2025" b="0">
                <a:solidFill>
                  <a:srgbClr val="57717A"/>
                </a:solidFill>
                <a:latin typeface="Segoe UI"/>
                <a:ea typeface="Segoe UI"/>
                <a:cs typeface="Segoe UI"/>
              </a:defRPr>
            </a:lvl5pPr>
            <a:lvl6pPr>
              <a:defRPr sz="2025" b="0">
                <a:solidFill>
                  <a:srgbClr val="57717A"/>
                </a:solidFill>
                <a:latin typeface="Segoe UI"/>
                <a:ea typeface="Segoe UI"/>
                <a:cs typeface="Segoe UI"/>
              </a:defRPr>
            </a:lvl6pPr>
            <a:lvl7pPr>
              <a:defRPr sz="2025" b="0">
                <a:solidFill>
                  <a:srgbClr val="57717A"/>
                </a:solidFill>
                <a:latin typeface="Segoe UI"/>
                <a:ea typeface="Segoe UI"/>
                <a:cs typeface="Segoe UI"/>
              </a:defRPr>
            </a:lvl7pPr>
            <a:lvl8pPr>
              <a:defRPr sz="2025" b="0">
                <a:solidFill>
                  <a:srgbClr val="57717A"/>
                </a:solidFill>
                <a:latin typeface="Segoe UI"/>
                <a:ea typeface="Segoe UI"/>
                <a:cs typeface="Segoe UI"/>
              </a:defRPr>
            </a:lvl8pPr>
            <a:lvl9pPr>
              <a:defRPr sz="2025" b="0">
                <a:solidFill>
                  <a:srgbClr val="57717A"/>
                </a:solidFill>
                <a:latin typeface="Segoe UI"/>
                <a:ea typeface="Segoe UI"/>
                <a:cs typeface="Segoe UI"/>
              </a:defRPr>
            </a:lvl9pPr>
          </a:lstStyle>
          <a:p xmlns:a="http://schemas.openxmlformats.org/drawingml/2006/main">
            <a:pPr>
              <a:defRPr sz="2025" b="0">
                <a:solidFill>
                  <a:srgbClr val="57717A"/>
                </a:solidFill>
                <a:latin typeface="Segoe UI"/>
                <a:ea typeface="Segoe UI"/>
                <a:cs typeface="Segoe UI"/>
              </a:defRPr>
            </a:pPr>
            <a:r>
              <a:rPr sz="2025" b="0">
                <a:solidFill>
                  <a:srgbClr val="57717A"/>
                </a:solidFill>
                <a:latin typeface="Segoe UI"/>
                <a:ea typeface="Segoe UI"/>
                <a:cs typeface="Segoe UI"/>
              </a:rPr>
              <a:t>Üçgen değerlendirmelerin ortalama genişliği.</a:t>
            </a:r>
          </a:p>
          <a:p xmlns:a="http://schemas.openxmlformats.org/drawingml/2006/main">
            <a:pPr>
              <a:defRPr sz="2025" b="0">
                <a:solidFill>
                  <a:srgbClr val="57717A"/>
                </a:solidFill>
                <a:latin typeface="Segoe UI"/>
                <a:ea typeface="Segoe UI"/>
                <a:cs typeface="Segoe UI"/>
              </a:defRPr>
            </a:pPr>
            <a:r>
              <a:rPr sz="2025" b="0">
                <a:solidFill>
                  <a:srgbClr val="57717A"/>
                </a:solidFill>
                <a:latin typeface="Segoe UI"/>
                <a:ea typeface="Segoe UI"/>
                <a:cs typeface="Segoe UI"/>
              </a:rPr>
              <a:t>Verilen puanın ne kadar geniş bir aralıkla</a:t>
            </a:r>
          </a:p>
          <a:p xmlns:a="http://schemas.openxmlformats.org/drawingml/2006/main">
            <a:pPr>
              <a:defRPr sz="2025" b="0">
                <a:solidFill>
                  <a:srgbClr val="57717A"/>
                </a:solidFill>
                <a:latin typeface="Segoe UI"/>
                <a:ea typeface="Segoe UI"/>
                <a:cs typeface="Segoe UI"/>
              </a:defRPr>
            </a:pPr>
            <a:r>
              <a:rPr sz="2025" b="0">
                <a:solidFill>
                  <a:srgbClr val="57717A"/>
                </a:solidFill>
                <a:latin typeface="Segoe UI"/>
                <a:ea typeface="Segoe UI"/>
                <a:cs typeface="Segoe UI"/>
              </a:rPr>
              <a:t>ifade edildiğini gösterir.</a:t>
            </a:r>
          </a:p>
        </p:txBody>
      </p:sp>
      <p:sp>
        <p:nvSpPr>
          <p:cNvPr id="10" name="">
            <a:extLst xmlns:a="http://schemas.openxmlformats.org/drawingml/2006/main">
              <a:ext uri="{FF2B5EF4-FFF2-40B4-BE49-F238E27FC236}">
                <a16:creationId xmlns:a16="http://schemas.microsoft.com/office/drawing/2014/main" id="{4916DD2F-CEFA-4DD7-A951-8B11CAF072EC}"/>
              </a:ext>
            </a:extLst>
          </p:cNvPr>
          <p:cNvSpPr>
            <a:spLocks xmlns:a="http://schemas.openxmlformats.org/drawingml/2006/main" noGrp="1"/>
          </p:cNvSpPr>
          <p:nvPr/>
        </p:nvSpPr>
        <p:spPr>
          <a:xfrm xmlns:a="http://schemas.openxmlformats.org/drawingml/2006/main">
            <a:off x="628650" y="4457700"/>
            <a:ext cx="109347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102D3B"/>
                </a:solidFill>
                <a:latin typeface="Segoe UI"/>
                <a:ea typeface="Segoe UI"/>
                <a:cs typeface="Segoe UI"/>
              </a:defRPr>
            </a:defPPr>
            <a:lvl1pPr>
              <a:defRPr sz="2400" b="1">
                <a:solidFill>
                  <a:srgbClr val="102D3B"/>
                </a:solidFill>
                <a:latin typeface="Segoe UI"/>
                <a:ea typeface="Segoe UI"/>
                <a:cs typeface="Segoe UI"/>
              </a:defRPr>
            </a:lvl1pPr>
            <a:lvl2pPr>
              <a:defRPr sz="2400" b="1">
                <a:solidFill>
                  <a:srgbClr val="102D3B"/>
                </a:solidFill>
                <a:latin typeface="Segoe UI"/>
                <a:ea typeface="Segoe UI"/>
                <a:cs typeface="Segoe UI"/>
              </a:defRPr>
            </a:lvl2pPr>
            <a:lvl3pPr>
              <a:defRPr sz="2400" b="1">
                <a:solidFill>
                  <a:srgbClr val="102D3B"/>
                </a:solidFill>
                <a:latin typeface="Segoe UI"/>
                <a:ea typeface="Segoe UI"/>
                <a:cs typeface="Segoe UI"/>
              </a:defRPr>
            </a:lvl3pPr>
            <a:lvl4pPr>
              <a:defRPr sz="2400" b="1">
                <a:solidFill>
                  <a:srgbClr val="102D3B"/>
                </a:solidFill>
                <a:latin typeface="Segoe UI"/>
                <a:ea typeface="Segoe UI"/>
                <a:cs typeface="Segoe UI"/>
              </a:defRPr>
            </a:lvl4pPr>
            <a:lvl5pPr>
              <a:defRPr sz="2400" b="1">
                <a:solidFill>
                  <a:srgbClr val="102D3B"/>
                </a:solidFill>
                <a:latin typeface="Segoe UI"/>
                <a:ea typeface="Segoe UI"/>
                <a:cs typeface="Segoe UI"/>
              </a:defRPr>
            </a:lvl5pPr>
            <a:lvl6pPr>
              <a:defRPr sz="2400" b="1">
                <a:solidFill>
                  <a:srgbClr val="102D3B"/>
                </a:solidFill>
                <a:latin typeface="Segoe UI"/>
                <a:ea typeface="Segoe UI"/>
                <a:cs typeface="Segoe UI"/>
              </a:defRPr>
            </a:lvl6pPr>
            <a:lvl7pPr>
              <a:defRPr sz="2400" b="1">
                <a:solidFill>
                  <a:srgbClr val="102D3B"/>
                </a:solidFill>
                <a:latin typeface="Segoe UI"/>
                <a:ea typeface="Segoe UI"/>
                <a:cs typeface="Segoe UI"/>
              </a:defRPr>
            </a:lvl7pPr>
            <a:lvl8pPr>
              <a:defRPr sz="2400" b="1">
                <a:solidFill>
                  <a:srgbClr val="102D3B"/>
                </a:solidFill>
                <a:latin typeface="Segoe UI"/>
                <a:ea typeface="Segoe UI"/>
                <a:cs typeface="Segoe UI"/>
              </a:defRPr>
            </a:lvl8pPr>
            <a:lvl9pPr>
              <a:defRPr sz="2400" b="1">
                <a:solidFill>
                  <a:srgbClr val="102D3B"/>
                </a:solidFill>
                <a:latin typeface="Segoe UI"/>
                <a:ea typeface="Segoe UI"/>
                <a:cs typeface="Segoe UI"/>
              </a:defRPr>
            </a:lvl9pPr>
          </a:lstStyle>
          <a:p xmlns:a="http://schemas.openxmlformats.org/drawingml/2006/main">
            <a:pPr>
              <a:defRPr sz="2400" b="1">
                <a:solidFill>
                  <a:srgbClr val="102D3B"/>
                </a:solidFill>
                <a:latin typeface="Segoe UI"/>
                <a:ea typeface="Segoe UI"/>
                <a:cs typeface="Segoe UI"/>
              </a:defRPr>
            </a:pPr>
            <a:r>
              <a:rPr sz="2400" b="1">
                <a:solidFill>
                  <a:srgbClr val="102D3B"/>
                </a:solidFill>
                <a:latin typeface="Segoe UI"/>
                <a:ea typeface="Segoe UI"/>
                <a:cs typeface="Segoe UI"/>
              </a:rPr>
              <a:t>Örnek kural: güvenlik yüksek ve genişlik orta ise</a:t>
            </a:r>
          </a:p>
          <a:p xmlns:a="http://schemas.openxmlformats.org/drawingml/2006/main">
            <a:pPr>
              <a:defRPr sz="2400" b="1">
                <a:solidFill>
                  <a:srgbClr val="102D3B"/>
                </a:solidFill>
                <a:latin typeface="Segoe UI"/>
                <a:ea typeface="Segoe UI"/>
                <a:cs typeface="Segoe UI"/>
              </a:defRPr>
            </a:pPr>
            <a:r>
              <a:rPr sz="2400" b="1">
                <a:solidFill>
                  <a:srgbClr val="102D3B"/>
                </a:solidFill>
                <a:latin typeface="Segoe UI"/>
                <a:ea typeface="Segoe UI"/>
                <a:cs typeface="Segoe UI"/>
              </a:rPr>
              <a:t>gönderim izni orta olsun</a:t>
            </a:r>
          </a:p>
        </p:txBody>
      </p:sp>
      <p:sp>
        <p:nvSpPr>
          <p:cNvPr id="11" name="">
            <a:extLst xmlns:a="http://schemas.openxmlformats.org/drawingml/2006/main">
              <a:ext uri="{FF2B5EF4-FFF2-40B4-BE49-F238E27FC236}">
                <a16:creationId xmlns:a16="http://schemas.microsoft.com/office/drawing/2014/main" id="{359562A3-7CBC-4AD6-BCD7-48F619CDA114}"/>
              </a:ext>
            </a:extLst>
          </p:cNvPr>
          <p:cNvSpPr>
            <a:spLocks xmlns:a="http://schemas.openxmlformats.org/drawingml/2006/main" noGrp="1"/>
          </p:cNvSpPr>
          <p:nvPr/>
        </p:nvSpPr>
        <p:spPr>
          <a:xfrm xmlns:a="http://schemas.openxmlformats.org/drawingml/2006/main">
            <a:off x="628650" y="5791200"/>
            <a:ext cx="1085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117B78"/>
                </a:solidFill>
                <a:latin typeface="Segoe UI"/>
                <a:ea typeface="Segoe UI"/>
                <a:cs typeface="Segoe UI"/>
              </a:defRPr>
            </a:defPPr>
            <a:lvl1pPr>
              <a:defRPr sz="2100" b="0">
                <a:solidFill>
                  <a:srgbClr val="117B78"/>
                </a:solidFill>
                <a:latin typeface="Segoe UI"/>
                <a:ea typeface="Segoe UI"/>
                <a:cs typeface="Segoe UI"/>
              </a:defRPr>
            </a:lvl1pPr>
            <a:lvl2pPr>
              <a:defRPr sz="2100" b="0">
                <a:solidFill>
                  <a:srgbClr val="117B78"/>
                </a:solidFill>
                <a:latin typeface="Segoe UI"/>
                <a:ea typeface="Segoe UI"/>
                <a:cs typeface="Segoe UI"/>
              </a:defRPr>
            </a:lvl2pPr>
            <a:lvl3pPr>
              <a:defRPr sz="2100" b="0">
                <a:solidFill>
                  <a:srgbClr val="117B78"/>
                </a:solidFill>
                <a:latin typeface="Segoe UI"/>
                <a:ea typeface="Segoe UI"/>
                <a:cs typeface="Segoe UI"/>
              </a:defRPr>
            </a:lvl3pPr>
            <a:lvl4pPr>
              <a:defRPr sz="2100" b="0">
                <a:solidFill>
                  <a:srgbClr val="117B78"/>
                </a:solidFill>
                <a:latin typeface="Segoe UI"/>
                <a:ea typeface="Segoe UI"/>
                <a:cs typeface="Segoe UI"/>
              </a:defRPr>
            </a:lvl4pPr>
            <a:lvl5pPr>
              <a:defRPr sz="2100" b="0">
                <a:solidFill>
                  <a:srgbClr val="117B78"/>
                </a:solidFill>
                <a:latin typeface="Segoe UI"/>
                <a:ea typeface="Segoe UI"/>
                <a:cs typeface="Segoe UI"/>
              </a:defRPr>
            </a:lvl5pPr>
            <a:lvl6pPr>
              <a:defRPr sz="2100" b="0">
                <a:solidFill>
                  <a:srgbClr val="117B78"/>
                </a:solidFill>
                <a:latin typeface="Segoe UI"/>
                <a:ea typeface="Segoe UI"/>
                <a:cs typeface="Segoe UI"/>
              </a:defRPr>
            </a:lvl6pPr>
            <a:lvl7pPr>
              <a:defRPr sz="2100" b="0">
                <a:solidFill>
                  <a:srgbClr val="117B78"/>
                </a:solidFill>
                <a:latin typeface="Segoe UI"/>
                <a:ea typeface="Segoe UI"/>
                <a:cs typeface="Segoe UI"/>
              </a:defRPr>
            </a:lvl7pPr>
            <a:lvl8pPr>
              <a:defRPr sz="2100" b="0">
                <a:solidFill>
                  <a:srgbClr val="117B78"/>
                </a:solidFill>
                <a:latin typeface="Segoe UI"/>
                <a:ea typeface="Segoe UI"/>
                <a:cs typeface="Segoe UI"/>
              </a:defRPr>
            </a:lvl8pPr>
            <a:lvl9pPr>
              <a:defRPr sz="2100" b="0">
                <a:solidFill>
                  <a:srgbClr val="117B78"/>
                </a:solidFill>
                <a:latin typeface="Segoe UI"/>
                <a:ea typeface="Segoe UI"/>
                <a:cs typeface="Segoe UI"/>
              </a:defRPr>
            </a:lvl9pPr>
          </a:lstStyle>
          <a:p xmlns:a="http://schemas.openxmlformats.org/drawingml/2006/main">
            <a:pPr>
              <a:defRPr sz="2100" b="0">
                <a:solidFill>
                  <a:srgbClr val="117B78"/>
                </a:solidFill>
                <a:latin typeface="Segoe UI"/>
                <a:ea typeface="Segoe UI"/>
                <a:cs typeface="Segoe UI"/>
              </a:defRPr>
            </a:pPr>
            <a:r>
              <a:rPr sz="2100" b="0">
                <a:solidFill>
                  <a:srgbClr val="117B78"/>
                </a:solidFill>
                <a:latin typeface="Segoe UI"/>
                <a:ea typeface="Segoe UI"/>
                <a:cs typeface="Segoe UI"/>
              </a:rPr>
              <a:t>Çıktı bir üst sınırdır: sınır %40 ise arama %0–40 aralığında yapılır.</a:t>
            </a:r>
          </a:p>
        </p:txBody>
      </p:sp>
    </p:spTree>
    <p:extLst>
      <p:ext uri="{BB962C8B-B14F-4D97-AF65-F5344CB8AC3E}">
        <p14:creationId xmlns:p14="http://schemas.microsoft.com/office/powerpoint/2010/main" val="33957938"/>
      </p:ext>
    </p:extLst>
  </p:cSld>
</p:sld>
</file>

<file path=ppt/slides/slide10.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EA8196F9-07F0-4916-A57B-87B4B5A5D217}"/>
              </a:ext>
            </a:extLst>
          </p:cNvPr>
          <p:cNvPicPr>
            <a:picLocks xmlns:a="http://schemas.openxmlformats.org/drawingml/2006/main" noChangeAspect="1"/>
          </p:cNvPicPr>
          <p:nvPr/>
        </p:nvPicPr>
        <p:blipFill>
          <a:blip xmlns:r="http://schemas.openxmlformats.org/officeDocument/2006/relationships" xmlns:a="http://schemas.openxmlformats.org/drawingml/2006/main" r:embed="Rec21479fc1b24bdf"/>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3" name="title">
            <a:extLst xmlns:a="http://schemas.openxmlformats.org/drawingml/2006/main">
              <a:ext uri="{FF2B5EF4-FFF2-40B4-BE49-F238E27FC236}">
                <a16:creationId xmlns:a16="http://schemas.microsoft.com/office/drawing/2014/main" id="{72535860-EB2A-49FA-8A12-9DF95AFCA440}"/>
              </a:ext>
            </a:extLst>
          </p:cNvPr>
          <p:cNvSpPr>
            <a:spLocks xmlns:a="http://schemas.openxmlformats.org/drawingml/2006/main" noGrp="1"/>
          </p:cNvSpPr>
          <p:nvPr/>
        </p:nvSpPr>
        <p:spPr>
          <a:xfrm xmlns:a="http://schemas.openxmlformats.org/drawingml/2006/main">
            <a:off x="628650" y="457200"/>
            <a:ext cx="109347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600" b="1">
                <a:solidFill>
                  <a:srgbClr val="102D3B"/>
                </a:solidFill>
                <a:latin typeface="Segoe UI"/>
                <a:ea typeface="Segoe UI"/>
                <a:cs typeface="Segoe UI"/>
              </a:defRPr>
            </a:defPPr>
            <a:lvl1pPr>
              <a:defRPr sz="3600" b="1">
                <a:solidFill>
                  <a:srgbClr val="102D3B"/>
                </a:solidFill>
                <a:latin typeface="Segoe UI"/>
                <a:ea typeface="Segoe UI"/>
                <a:cs typeface="Segoe UI"/>
              </a:defRPr>
            </a:lvl1pPr>
            <a:lvl2pPr>
              <a:defRPr sz="3600" b="1">
                <a:solidFill>
                  <a:srgbClr val="102D3B"/>
                </a:solidFill>
                <a:latin typeface="Segoe UI"/>
                <a:ea typeface="Segoe UI"/>
                <a:cs typeface="Segoe UI"/>
              </a:defRPr>
            </a:lvl2pPr>
            <a:lvl3pPr>
              <a:defRPr sz="3600" b="1">
                <a:solidFill>
                  <a:srgbClr val="102D3B"/>
                </a:solidFill>
                <a:latin typeface="Segoe UI"/>
                <a:ea typeface="Segoe UI"/>
                <a:cs typeface="Segoe UI"/>
              </a:defRPr>
            </a:lvl3pPr>
            <a:lvl4pPr>
              <a:defRPr sz="3600" b="1">
                <a:solidFill>
                  <a:srgbClr val="102D3B"/>
                </a:solidFill>
                <a:latin typeface="Segoe UI"/>
                <a:ea typeface="Segoe UI"/>
                <a:cs typeface="Segoe UI"/>
              </a:defRPr>
            </a:lvl4pPr>
            <a:lvl5pPr>
              <a:defRPr sz="3600" b="1">
                <a:solidFill>
                  <a:srgbClr val="102D3B"/>
                </a:solidFill>
                <a:latin typeface="Segoe UI"/>
                <a:ea typeface="Segoe UI"/>
                <a:cs typeface="Segoe UI"/>
              </a:defRPr>
            </a:lvl5pPr>
            <a:lvl6pPr>
              <a:defRPr sz="3600" b="1">
                <a:solidFill>
                  <a:srgbClr val="102D3B"/>
                </a:solidFill>
                <a:latin typeface="Segoe UI"/>
                <a:ea typeface="Segoe UI"/>
                <a:cs typeface="Segoe UI"/>
              </a:defRPr>
            </a:lvl6pPr>
            <a:lvl7pPr>
              <a:defRPr sz="3600" b="1">
                <a:solidFill>
                  <a:srgbClr val="102D3B"/>
                </a:solidFill>
                <a:latin typeface="Segoe UI"/>
                <a:ea typeface="Segoe UI"/>
                <a:cs typeface="Segoe UI"/>
              </a:defRPr>
            </a:lvl7pPr>
            <a:lvl8pPr>
              <a:defRPr sz="3600" b="1">
                <a:solidFill>
                  <a:srgbClr val="102D3B"/>
                </a:solidFill>
                <a:latin typeface="Segoe UI"/>
                <a:ea typeface="Segoe UI"/>
                <a:cs typeface="Segoe UI"/>
              </a:defRPr>
            </a:lvl8pPr>
            <a:lvl9pPr>
              <a:defRPr sz="3600" b="1">
                <a:solidFill>
                  <a:srgbClr val="102D3B"/>
                </a:solidFill>
                <a:latin typeface="Segoe UI"/>
                <a:ea typeface="Segoe UI"/>
                <a:cs typeface="Segoe UI"/>
              </a:defRPr>
            </a:lvl9pPr>
          </a:lstStyle>
          <a:p xmlns:a="http://schemas.openxmlformats.org/drawingml/2006/main">
            <a:pPr>
              <a:defRPr sz="3600" b="1">
                <a:solidFill>
                  <a:srgbClr val="102D3B"/>
                </a:solidFill>
                <a:latin typeface="Segoe UI"/>
                <a:ea typeface="Segoe UI"/>
                <a:cs typeface="Segoe UI"/>
              </a:defRPr>
            </a:pPr>
            <a:r>
              <a:rPr sz="3600" b="1">
                <a:solidFill>
                  <a:srgbClr val="102D3B"/>
                </a:solidFill>
                <a:latin typeface="Segoe UI"/>
                <a:ea typeface="Segoe UI"/>
                <a:cs typeface="Segoe UI"/>
              </a:rPr>
              <a:t>Aynı puan, farklı genişlik</a:t>
            </a:r>
          </a:p>
        </p:txBody>
      </p:sp>
      <p:sp>
        <p:nvSpPr>
          <p:cNvPr id="4" name="page">
            <a:extLst xmlns:a="http://schemas.openxmlformats.org/drawingml/2006/main">
              <a:ext uri="{FF2B5EF4-FFF2-40B4-BE49-F238E27FC236}">
                <a16:creationId xmlns:a16="http://schemas.microsoft.com/office/drawing/2014/main" id="{9F6138E1-F363-423C-9E8B-95348F986D93}"/>
              </a:ext>
            </a:extLst>
          </p:cNvPr>
          <p:cNvSpPr>
            <a:spLocks xmlns:a="http://schemas.openxmlformats.org/drawingml/2006/main" noGrp="1"/>
          </p:cNvSpPr>
          <p:nvPr/>
        </p:nvSpPr>
        <p:spPr>
          <a:xfrm xmlns:a="http://schemas.openxmlformats.org/drawingml/2006/main">
            <a:off x="11182350" y="6334125"/>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57717A"/>
                </a:solidFill>
                <a:latin typeface="Segoe UI"/>
                <a:ea typeface="Segoe UI"/>
                <a:cs typeface="Segoe UI"/>
              </a:defRPr>
            </a:defPPr>
            <a:lvl1pPr>
              <a:defRPr sz="1575" b="0">
                <a:solidFill>
                  <a:srgbClr val="57717A"/>
                </a:solidFill>
                <a:latin typeface="Segoe UI"/>
                <a:ea typeface="Segoe UI"/>
                <a:cs typeface="Segoe UI"/>
              </a:defRPr>
            </a:lvl1pPr>
            <a:lvl2pPr>
              <a:defRPr sz="1575" b="0">
                <a:solidFill>
                  <a:srgbClr val="57717A"/>
                </a:solidFill>
                <a:latin typeface="Segoe UI"/>
                <a:ea typeface="Segoe UI"/>
                <a:cs typeface="Segoe UI"/>
              </a:defRPr>
            </a:lvl2pPr>
            <a:lvl3pPr>
              <a:defRPr sz="1575" b="0">
                <a:solidFill>
                  <a:srgbClr val="57717A"/>
                </a:solidFill>
                <a:latin typeface="Segoe UI"/>
                <a:ea typeface="Segoe UI"/>
                <a:cs typeface="Segoe UI"/>
              </a:defRPr>
            </a:lvl3pPr>
            <a:lvl4pPr>
              <a:defRPr sz="1575" b="0">
                <a:solidFill>
                  <a:srgbClr val="57717A"/>
                </a:solidFill>
                <a:latin typeface="Segoe UI"/>
                <a:ea typeface="Segoe UI"/>
                <a:cs typeface="Segoe UI"/>
              </a:defRPr>
            </a:lvl4pPr>
            <a:lvl5pPr>
              <a:defRPr sz="1575" b="0">
                <a:solidFill>
                  <a:srgbClr val="57717A"/>
                </a:solidFill>
                <a:latin typeface="Segoe UI"/>
                <a:ea typeface="Segoe UI"/>
                <a:cs typeface="Segoe UI"/>
              </a:defRPr>
            </a:lvl5pPr>
            <a:lvl6pPr>
              <a:defRPr sz="1575" b="0">
                <a:solidFill>
                  <a:srgbClr val="57717A"/>
                </a:solidFill>
                <a:latin typeface="Segoe UI"/>
                <a:ea typeface="Segoe UI"/>
                <a:cs typeface="Segoe UI"/>
              </a:defRPr>
            </a:lvl6pPr>
            <a:lvl7pPr>
              <a:defRPr sz="1575" b="0">
                <a:solidFill>
                  <a:srgbClr val="57717A"/>
                </a:solidFill>
                <a:latin typeface="Segoe UI"/>
                <a:ea typeface="Segoe UI"/>
                <a:cs typeface="Segoe UI"/>
              </a:defRPr>
            </a:lvl7pPr>
            <a:lvl8pPr>
              <a:defRPr sz="1575" b="0">
                <a:solidFill>
                  <a:srgbClr val="57717A"/>
                </a:solidFill>
                <a:latin typeface="Segoe UI"/>
                <a:ea typeface="Segoe UI"/>
                <a:cs typeface="Segoe UI"/>
              </a:defRPr>
            </a:lvl8pPr>
            <a:lvl9pPr>
              <a:defRPr sz="1575" b="0">
                <a:solidFill>
                  <a:srgbClr val="57717A"/>
                </a:solidFill>
                <a:latin typeface="Segoe UI"/>
                <a:ea typeface="Segoe UI"/>
                <a:cs typeface="Segoe UI"/>
              </a:defRPr>
            </a:lvl9pPr>
          </a:lstStyle>
          <a:p xmlns:a="http://schemas.openxmlformats.org/drawingml/2006/main">
            <a:pPr>
              <a:defRPr sz="1575" b="0">
                <a:solidFill>
                  <a:srgbClr val="57717A"/>
                </a:solidFill>
                <a:latin typeface="Segoe UI"/>
                <a:ea typeface="Segoe UI"/>
                <a:cs typeface="Segoe UI"/>
              </a:defRPr>
            </a:pPr>
            <a:r>
              <a:rPr sz="1575" b="0">
                <a:solidFill>
                  <a:srgbClr val="57717A"/>
                </a:solidFill>
                <a:latin typeface="Segoe UI"/>
                <a:ea typeface="Segoe UI"/>
                <a:cs typeface="Segoe UI"/>
              </a:rPr>
              <a:t>10</a:t>
            </a:r>
          </a:p>
        </p:txBody>
      </p:sp>
      <p:graphicFrame>
        <p:nvGraphicFramePr>
          <p:cNvPr id="5" name="Chart">
            <a:extLst xmlns:a="http://schemas.openxmlformats.org/drawingml/2006/main">
              <a:ext uri="{FF2B5EF4-FFF2-40B4-BE49-F238E27FC236}">
                <a16:creationId xmlns:a16="http://schemas.microsoft.com/office/drawing/2014/main" id="{2A0DF2A4-FE09-4D74-8FAA-C8154D39458B}"/>
              </a:ext>
            </a:extLst>
          </p:cNvPr>
          <p:cNvGraphicFramePr/>
          <p:nvPr/>
        </p:nvGraphicFramePr>
        <p:xfrm>
          <a:off xmlns:a="http://schemas.openxmlformats.org/drawingml/2006/main" x="628650" y="1971675"/>
          <a:ext xmlns:a="http://schemas.openxmlformats.org/drawingml/2006/main" cx="7191375" cy="3533775"/>
        </p:xfrm>
        <a:graphic xmlns:a="http://schemas.openxmlformats.org/drawingml/2006/main">
          <a:graphicData uri="http://schemas.openxmlformats.org/drawingml/2006/chart">
            <c:chart xmlns:r="http://schemas.openxmlformats.org/officeDocument/2006/relationships" xmlns:c="http://schemas.openxmlformats.org/drawingml/2006/chart" r:id="R69e2551a412c40a4"/>
          </a:graphicData>
        </a:graphic>
      </p:graphicFrame>
      <p:sp>
        <p:nvSpPr>
          <p:cNvPr id="6" name="">
            <a:extLst xmlns:a="http://schemas.openxmlformats.org/drawingml/2006/main">
              <a:ext uri="{FF2B5EF4-FFF2-40B4-BE49-F238E27FC236}">
                <a16:creationId xmlns:a16="http://schemas.microsoft.com/office/drawing/2014/main" id="{66CA134A-D7FB-463B-A9D4-25FBA7A4DF62}"/>
              </a:ext>
            </a:extLst>
          </p:cNvPr>
          <p:cNvSpPr>
            <a:spLocks xmlns:a="http://schemas.openxmlformats.org/drawingml/2006/main" noGrp="1"/>
          </p:cNvSpPr>
          <p:nvPr/>
        </p:nvSpPr>
        <p:spPr>
          <a:xfrm xmlns:a="http://schemas.openxmlformats.org/drawingml/2006/main">
            <a:off x="8248650" y="2209800"/>
            <a:ext cx="3238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975" b="1">
                <a:solidFill>
                  <a:srgbClr val="117B78"/>
                </a:solidFill>
                <a:latin typeface="Segoe UI"/>
                <a:ea typeface="Segoe UI"/>
                <a:cs typeface="Segoe UI"/>
              </a:defRPr>
            </a:defPPr>
            <a:lvl1pPr>
              <a:defRPr sz="3975" b="1">
                <a:solidFill>
                  <a:srgbClr val="117B78"/>
                </a:solidFill>
                <a:latin typeface="Segoe UI"/>
                <a:ea typeface="Segoe UI"/>
                <a:cs typeface="Segoe UI"/>
              </a:defRPr>
            </a:lvl1pPr>
            <a:lvl2pPr>
              <a:defRPr sz="3975" b="1">
                <a:solidFill>
                  <a:srgbClr val="117B78"/>
                </a:solidFill>
                <a:latin typeface="Segoe UI"/>
                <a:ea typeface="Segoe UI"/>
                <a:cs typeface="Segoe UI"/>
              </a:defRPr>
            </a:lvl2pPr>
            <a:lvl3pPr>
              <a:defRPr sz="3975" b="1">
                <a:solidFill>
                  <a:srgbClr val="117B78"/>
                </a:solidFill>
                <a:latin typeface="Segoe UI"/>
                <a:ea typeface="Segoe UI"/>
                <a:cs typeface="Segoe UI"/>
              </a:defRPr>
            </a:lvl3pPr>
            <a:lvl4pPr>
              <a:defRPr sz="3975" b="1">
                <a:solidFill>
                  <a:srgbClr val="117B78"/>
                </a:solidFill>
                <a:latin typeface="Segoe UI"/>
                <a:ea typeface="Segoe UI"/>
                <a:cs typeface="Segoe UI"/>
              </a:defRPr>
            </a:lvl4pPr>
            <a:lvl5pPr>
              <a:defRPr sz="3975" b="1">
                <a:solidFill>
                  <a:srgbClr val="117B78"/>
                </a:solidFill>
                <a:latin typeface="Segoe UI"/>
                <a:ea typeface="Segoe UI"/>
                <a:cs typeface="Segoe UI"/>
              </a:defRPr>
            </a:lvl5pPr>
            <a:lvl6pPr>
              <a:defRPr sz="3975" b="1">
                <a:solidFill>
                  <a:srgbClr val="117B78"/>
                </a:solidFill>
                <a:latin typeface="Segoe UI"/>
                <a:ea typeface="Segoe UI"/>
                <a:cs typeface="Segoe UI"/>
              </a:defRPr>
            </a:lvl6pPr>
            <a:lvl7pPr>
              <a:defRPr sz="3975" b="1">
                <a:solidFill>
                  <a:srgbClr val="117B78"/>
                </a:solidFill>
                <a:latin typeface="Segoe UI"/>
                <a:ea typeface="Segoe UI"/>
                <a:cs typeface="Segoe UI"/>
              </a:defRPr>
            </a:lvl7pPr>
            <a:lvl8pPr>
              <a:defRPr sz="3975" b="1">
                <a:solidFill>
                  <a:srgbClr val="117B78"/>
                </a:solidFill>
                <a:latin typeface="Segoe UI"/>
                <a:ea typeface="Segoe UI"/>
                <a:cs typeface="Segoe UI"/>
              </a:defRPr>
            </a:lvl8pPr>
            <a:lvl9pPr>
              <a:defRPr sz="3975" b="1">
                <a:solidFill>
                  <a:srgbClr val="117B78"/>
                </a:solidFill>
                <a:latin typeface="Segoe UI"/>
                <a:ea typeface="Segoe UI"/>
                <a:cs typeface="Segoe UI"/>
              </a:defRPr>
            </a:lvl9pPr>
          </a:lstStyle>
          <a:p xmlns:a="http://schemas.openxmlformats.org/drawingml/2006/main">
            <a:pPr>
              <a:defRPr sz="3975" b="1">
                <a:solidFill>
                  <a:srgbClr val="117B78"/>
                </a:solidFill>
                <a:latin typeface="Segoe UI"/>
                <a:ea typeface="Segoe UI"/>
                <a:cs typeface="Segoe UI"/>
              </a:defRPr>
            </a:pPr>
            <a:r>
              <a:rPr sz="3975" b="1">
                <a:solidFill>
                  <a:srgbClr val="117B78"/>
                </a:solidFill>
                <a:latin typeface="Segoe UI"/>
                <a:ea typeface="Segoe UI"/>
                <a:cs typeface="Segoe UI"/>
              </a:rPr>
              <a:t>S = 0,70</a:t>
            </a:r>
          </a:p>
        </p:txBody>
      </p:sp>
      <p:sp>
        <p:nvSpPr>
          <p:cNvPr id="7" name="">
            <a:extLst xmlns:a="http://schemas.openxmlformats.org/drawingml/2006/main">
              <a:ext uri="{FF2B5EF4-FFF2-40B4-BE49-F238E27FC236}">
                <a16:creationId xmlns:a16="http://schemas.microsoft.com/office/drawing/2014/main" id="{F8000C03-0A37-4653-A8B3-39296EC9CBE3}"/>
              </a:ext>
            </a:extLst>
          </p:cNvPr>
          <p:cNvSpPr>
            <a:spLocks xmlns:a="http://schemas.openxmlformats.org/drawingml/2006/main" noGrp="1"/>
          </p:cNvSpPr>
          <p:nvPr/>
        </p:nvSpPr>
        <p:spPr>
          <a:xfrm xmlns:a="http://schemas.openxmlformats.org/drawingml/2006/main">
            <a:off x="8248650" y="3114675"/>
            <a:ext cx="3238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02D3B"/>
                </a:solidFill>
                <a:latin typeface="Segoe UI"/>
                <a:ea typeface="Segoe UI"/>
                <a:cs typeface="Segoe UI"/>
              </a:defRPr>
            </a:defPPr>
            <a:lvl1pPr>
              <a:defRPr sz="2175" b="1">
                <a:solidFill>
                  <a:srgbClr val="102D3B"/>
                </a:solidFill>
                <a:latin typeface="Segoe UI"/>
                <a:ea typeface="Segoe UI"/>
                <a:cs typeface="Segoe UI"/>
              </a:defRPr>
            </a:lvl1pPr>
            <a:lvl2pPr>
              <a:defRPr sz="2175" b="1">
                <a:solidFill>
                  <a:srgbClr val="102D3B"/>
                </a:solidFill>
                <a:latin typeface="Segoe UI"/>
                <a:ea typeface="Segoe UI"/>
                <a:cs typeface="Segoe UI"/>
              </a:defRPr>
            </a:lvl2pPr>
            <a:lvl3pPr>
              <a:defRPr sz="2175" b="1">
                <a:solidFill>
                  <a:srgbClr val="102D3B"/>
                </a:solidFill>
                <a:latin typeface="Segoe UI"/>
                <a:ea typeface="Segoe UI"/>
                <a:cs typeface="Segoe UI"/>
              </a:defRPr>
            </a:lvl3pPr>
            <a:lvl4pPr>
              <a:defRPr sz="2175" b="1">
                <a:solidFill>
                  <a:srgbClr val="102D3B"/>
                </a:solidFill>
                <a:latin typeface="Segoe UI"/>
                <a:ea typeface="Segoe UI"/>
                <a:cs typeface="Segoe UI"/>
              </a:defRPr>
            </a:lvl4pPr>
            <a:lvl5pPr>
              <a:defRPr sz="2175" b="1">
                <a:solidFill>
                  <a:srgbClr val="102D3B"/>
                </a:solidFill>
                <a:latin typeface="Segoe UI"/>
                <a:ea typeface="Segoe UI"/>
                <a:cs typeface="Segoe UI"/>
              </a:defRPr>
            </a:lvl5pPr>
            <a:lvl6pPr>
              <a:defRPr sz="2175" b="1">
                <a:solidFill>
                  <a:srgbClr val="102D3B"/>
                </a:solidFill>
                <a:latin typeface="Segoe UI"/>
                <a:ea typeface="Segoe UI"/>
                <a:cs typeface="Segoe UI"/>
              </a:defRPr>
            </a:lvl6pPr>
            <a:lvl7pPr>
              <a:defRPr sz="2175" b="1">
                <a:solidFill>
                  <a:srgbClr val="102D3B"/>
                </a:solidFill>
                <a:latin typeface="Segoe UI"/>
                <a:ea typeface="Segoe UI"/>
                <a:cs typeface="Segoe UI"/>
              </a:defRPr>
            </a:lvl7pPr>
            <a:lvl8pPr>
              <a:defRPr sz="2175" b="1">
                <a:solidFill>
                  <a:srgbClr val="102D3B"/>
                </a:solidFill>
                <a:latin typeface="Segoe UI"/>
                <a:ea typeface="Segoe UI"/>
                <a:cs typeface="Segoe UI"/>
              </a:defRPr>
            </a:lvl8pPr>
            <a:lvl9pPr>
              <a:defRPr sz="2175" b="1">
                <a:solidFill>
                  <a:srgbClr val="102D3B"/>
                </a:solidFill>
                <a:latin typeface="Segoe UI"/>
                <a:ea typeface="Segoe UI"/>
                <a:cs typeface="Segoe UI"/>
              </a:defRPr>
            </a:lvl9pPr>
          </a:lstStyle>
          <a:p xmlns:a="http://schemas.openxmlformats.org/drawingml/2006/main">
            <a:pPr>
              <a:defRPr sz="2175" b="1">
                <a:solidFill>
                  <a:srgbClr val="102D3B"/>
                </a:solidFill>
                <a:latin typeface="Segoe UI"/>
                <a:ea typeface="Segoe UI"/>
                <a:cs typeface="Segoe UI"/>
              </a:defRPr>
            </a:pPr>
            <a:r>
              <a:rPr sz="2175" b="1">
                <a:solidFill>
                  <a:srgbClr val="102D3B"/>
                </a:solidFill>
                <a:latin typeface="Segoe UI"/>
                <a:ea typeface="Segoe UI"/>
                <a:cs typeface="Segoe UI"/>
              </a:rPr>
              <a:t>Aynı güvenlik puanı</a:t>
            </a:r>
          </a:p>
        </p:txBody>
      </p:sp>
      <p:sp>
        <p:nvSpPr>
          <p:cNvPr id="8" name="">
            <a:extLst xmlns:a="http://schemas.openxmlformats.org/drawingml/2006/main">
              <a:ext uri="{FF2B5EF4-FFF2-40B4-BE49-F238E27FC236}">
                <a16:creationId xmlns:a16="http://schemas.microsoft.com/office/drawing/2014/main" id="{126257C8-DC1E-4A7C-AF4F-DE77BE8F0E30}"/>
              </a:ext>
            </a:extLst>
          </p:cNvPr>
          <p:cNvSpPr>
            <a:spLocks xmlns:a="http://schemas.openxmlformats.org/drawingml/2006/main" noGrp="1"/>
          </p:cNvSpPr>
          <p:nvPr/>
        </p:nvSpPr>
        <p:spPr>
          <a:xfrm xmlns:a="http://schemas.openxmlformats.org/drawingml/2006/main">
            <a:off x="8248650" y="4095750"/>
            <a:ext cx="3238500" cy="1038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57717A"/>
                </a:solidFill>
                <a:latin typeface="Segoe UI"/>
                <a:ea typeface="Segoe UI"/>
                <a:cs typeface="Segoe UI"/>
              </a:defRPr>
            </a:defPPr>
            <a:lvl1pPr>
              <a:defRPr sz="2250" b="0">
                <a:solidFill>
                  <a:srgbClr val="57717A"/>
                </a:solidFill>
                <a:latin typeface="Segoe UI"/>
                <a:ea typeface="Segoe UI"/>
                <a:cs typeface="Segoe UI"/>
              </a:defRPr>
            </a:lvl1pPr>
            <a:lvl2pPr>
              <a:defRPr sz="2250" b="0">
                <a:solidFill>
                  <a:srgbClr val="57717A"/>
                </a:solidFill>
                <a:latin typeface="Segoe UI"/>
                <a:ea typeface="Segoe UI"/>
                <a:cs typeface="Segoe UI"/>
              </a:defRPr>
            </a:lvl2pPr>
            <a:lvl3pPr>
              <a:defRPr sz="2250" b="0">
                <a:solidFill>
                  <a:srgbClr val="57717A"/>
                </a:solidFill>
                <a:latin typeface="Segoe UI"/>
                <a:ea typeface="Segoe UI"/>
                <a:cs typeface="Segoe UI"/>
              </a:defRPr>
            </a:lvl3pPr>
            <a:lvl4pPr>
              <a:defRPr sz="2250" b="0">
                <a:solidFill>
                  <a:srgbClr val="57717A"/>
                </a:solidFill>
                <a:latin typeface="Segoe UI"/>
                <a:ea typeface="Segoe UI"/>
                <a:cs typeface="Segoe UI"/>
              </a:defRPr>
            </a:lvl4pPr>
            <a:lvl5pPr>
              <a:defRPr sz="2250" b="0">
                <a:solidFill>
                  <a:srgbClr val="57717A"/>
                </a:solidFill>
                <a:latin typeface="Segoe UI"/>
                <a:ea typeface="Segoe UI"/>
                <a:cs typeface="Segoe UI"/>
              </a:defRPr>
            </a:lvl5pPr>
            <a:lvl6pPr>
              <a:defRPr sz="2250" b="0">
                <a:solidFill>
                  <a:srgbClr val="57717A"/>
                </a:solidFill>
                <a:latin typeface="Segoe UI"/>
                <a:ea typeface="Segoe UI"/>
                <a:cs typeface="Segoe UI"/>
              </a:defRPr>
            </a:lvl6pPr>
            <a:lvl7pPr>
              <a:defRPr sz="2250" b="0">
                <a:solidFill>
                  <a:srgbClr val="57717A"/>
                </a:solidFill>
                <a:latin typeface="Segoe UI"/>
                <a:ea typeface="Segoe UI"/>
                <a:cs typeface="Segoe UI"/>
              </a:defRPr>
            </a:lvl7pPr>
            <a:lvl8pPr>
              <a:defRPr sz="2250" b="0">
                <a:solidFill>
                  <a:srgbClr val="57717A"/>
                </a:solidFill>
                <a:latin typeface="Segoe UI"/>
                <a:ea typeface="Segoe UI"/>
                <a:cs typeface="Segoe UI"/>
              </a:defRPr>
            </a:lvl8pPr>
            <a:lvl9pPr>
              <a:defRPr sz="2250" b="0">
                <a:solidFill>
                  <a:srgbClr val="57717A"/>
                </a:solidFill>
                <a:latin typeface="Segoe UI"/>
                <a:ea typeface="Segoe UI"/>
                <a:cs typeface="Segoe UI"/>
              </a:defRPr>
            </a:lvl9pPr>
          </a:lstStyle>
          <a:p xmlns:a="http://schemas.openxmlformats.org/drawingml/2006/main">
            <a:pPr>
              <a:defRPr sz="2250" b="0">
                <a:solidFill>
                  <a:srgbClr val="57717A"/>
                </a:solidFill>
                <a:latin typeface="Segoe UI"/>
                <a:ea typeface="Segoe UI"/>
                <a:cs typeface="Segoe UI"/>
              </a:defRPr>
            </a:pPr>
            <a:r>
              <a:rPr sz="2250" b="0">
                <a:solidFill>
                  <a:srgbClr val="57717A"/>
                </a:solidFill>
                <a:latin typeface="Segoe UI"/>
                <a:ea typeface="Segoe UI"/>
                <a:cs typeface="Segoe UI"/>
              </a:rPr>
              <a:t>Bu örnekte genişlik</a:t>
            </a:r>
          </a:p>
          <a:p xmlns:a="http://schemas.openxmlformats.org/drawingml/2006/main">
            <a:pPr>
              <a:defRPr sz="2250" b="0">
                <a:solidFill>
                  <a:srgbClr val="57717A"/>
                </a:solidFill>
                <a:latin typeface="Segoe UI"/>
                <a:ea typeface="Segoe UI"/>
                <a:cs typeface="Segoe UI"/>
              </a:defRPr>
            </a:pPr>
            <a:r>
              <a:rPr sz="2250" b="0">
                <a:solidFill>
                  <a:srgbClr val="57717A"/>
                </a:solidFill>
                <a:latin typeface="Segoe UI"/>
                <a:ea typeface="Segoe UI"/>
                <a:cs typeface="Segoe UI"/>
              </a:rPr>
              <a:t>arttığında izin azalır</a:t>
            </a:r>
          </a:p>
        </p:txBody>
      </p:sp>
      <p:sp>
        <p:nvSpPr>
          <p:cNvPr id="9" name="">
            <a:extLst xmlns:a="http://schemas.openxmlformats.org/drawingml/2006/main">
              <a:ext uri="{FF2B5EF4-FFF2-40B4-BE49-F238E27FC236}">
                <a16:creationId xmlns:a16="http://schemas.microsoft.com/office/drawing/2014/main" id="{8E7C802D-4A04-424B-B221-11B6F11F8BA3}"/>
              </a:ext>
            </a:extLst>
          </p:cNvPr>
          <p:cNvSpPr>
            <a:spLocks xmlns:a="http://schemas.openxmlformats.org/drawingml/2006/main" noGrp="1"/>
          </p:cNvSpPr>
          <p:nvPr/>
        </p:nvSpPr>
        <p:spPr>
          <a:xfrm xmlns:a="http://schemas.openxmlformats.org/drawingml/2006/main">
            <a:off x="628650" y="5905500"/>
            <a:ext cx="108108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57717A"/>
                </a:solidFill>
                <a:latin typeface="Segoe UI"/>
                <a:ea typeface="Segoe UI"/>
                <a:cs typeface="Segoe UI"/>
              </a:defRPr>
            </a:defPPr>
            <a:lvl1pPr>
              <a:defRPr sz="2100" b="0">
                <a:solidFill>
                  <a:srgbClr val="57717A"/>
                </a:solidFill>
                <a:latin typeface="Segoe UI"/>
                <a:ea typeface="Segoe UI"/>
                <a:cs typeface="Segoe UI"/>
              </a:defRPr>
            </a:lvl1pPr>
            <a:lvl2pPr>
              <a:defRPr sz="2100" b="0">
                <a:solidFill>
                  <a:srgbClr val="57717A"/>
                </a:solidFill>
                <a:latin typeface="Segoe UI"/>
                <a:ea typeface="Segoe UI"/>
                <a:cs typeface="Segoe UI"/>
              </a:defRPr>
            </a:lvl2pPr>
            <a:lvl3pPr>
              <a:defRPr sz="2100" b="0">
                <a:solidFill>
                  <a:srgbClr val="57717A"/>
                </a:solidFill>
                <a:latin typeface="Segoe UI"/>
                <a:ea typeface="Segoe UI"/>
                <a:cs typeface="Segoe UI"/>
              </a:defRPr>
            </a:lvl3pPr>
            <a:lvl4pPr>
              <a:defRPr sz="2100" b="0">
                <a:solidFill>
                  <a:srgbClr val="57717A"/>
                </a:solidFill>
                <a:latin typeface="Segoe UI"/>
                <a:ea typeface="Segoe UI"/>
                <a:cs typeface="Segoe UI"/>
              </a:defRPr>
            </a:lvl4pPr>
            <a:lvl5pPr>
              <a:defRPr sz="2100" b="0">
                <a:solidFill>
                  <a:srgbClr val="57717A"/>
                </a:solidFill>
                <a:latin typeface="Segoe UI"/>
                <a:ea typeface="Segoe UI"/>
                <a:cs typeface="Segoe UI"/>
              </a:defRPr>
            </a:lvl5pPr>
            <a:lvl6pPr>
              <a:defRPr sz="2100" b="0">
                <a:solidFill>
                  <a:srgbClr val="57717A"/>
                </a:solidFill>
                <a:latin typeface="Segoe UI"/>
                <a:ea typeface="Segoe UI"/>
                <a:cs typeface="Segoe UI"/>
              </a:defRPr>
            </a:lvl6pPr>
            <a:lvl7pPr>
              <a:defRPr sz="2100" b="0">
                <a:solidFill>
                  <a:srgbClr val="57717A"/>
                </a:solidFill>
                <a:latin typeface="Segoe UI"/>
                <a:ea typeface="Segoe UI"/>
                <a:cs typeface="Segoe UI"/>
              </a:defRPr>
            </a:lvl7pPr>
            <a:lvl8pPr>
              <a:defRPr sz="2100" b="0">
                <a:solidFill>
                  <a:srgbClr val="57717A"/>
                </a:solidFill>
                <a:latin typeface="Segoe UI"/>
                <a:ea typeface="Segoe UI"/>
                <a:cs typeface="Segoe UI"/>
              </a:defRPr>
            </a:lvl8pPr>
            <a:lvl9pPr>
              <a:defRPr sz="2100" b="0">
                <a:solidFill>
                  <a:srgbClr val="57717A"/>
                </a:solidFill>
                <a:latin typeface="Segoe UI"/>
                <a:ea typeface="Segoe UI"/>
                <a:cs typeface="Segoe UI"/>
              </a:defRPr>
            </a:lvl9pPr>
          </a:lstStyle>
          <a:p xmlns:a="http://schemas.openxmlformats.org/drawingml/2006/main">
            <a:pPr>
              <a:defRPr sz="2100" b="0">
                <a:solidFill>
                  <a:srgbClr val="57717A"/>
                </a:solidFill>
                <a:latin typeface="Segoe UI"/>
                <a:ea typeface="Segoe UI"/>
                <a:cs typeface="Segoe UI"/>
              </a:defRPr>
            </a:pPr>
            <a:r>
              <a:rPr sz="2100" b="0">
                <a:solidFill>
                  <a:srgbClr val="57717A"/>
                </a:solidFill>
                <a:latin typeface="Segoe UI"/>
                <a:ea typeface="Segoe UI"/>
                <a:cs typeface="Segoe UI"/>
              </a:rPr>
              <a:t>U, birleşik üçgenlerin ortalama genişliğidir</a:t>
            </a:r>
          </a:p>
        </p:txBody>
      </p:sp>
      <p:sp>
        <p:nvSpPr>
          <p:cNvPr id="10" name="">
            <a:extLst xmlns:a="http://schemas.openxmlformats.org/drawingml/2006/main">
              <a:ext uri="{FF2B5EF4-FFF2-40B4-BE49-F238E27FC236}">
                <a16:creationId xmlns:a16="http://schemas.microsoft.com/office/drawing/2014/main" id="{65E062EC-007C-4565-9E7D-4FE566DD1041}"/>
              </a:ext>
            </a:extLst>
          </p:cNvPr>
          <p:cNvSpPr>
            <a:spLocks xmlns:a="http://schemas.openxmlformats.org/drawingml/2006/main" noGrp="1"/>
          </p:cNvSpPr>
          <p:nvPr/>
        </p:nvSpPr>
        <p:spPr>
          <a:xfrm xmlns:a="http://schemas.openxmlformats.org/drawingml/2006/main">
            <a:off x="628650" y="1562100"/>
            <a:ext cx="71913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a:solidFill>
                  <a:srgbClr val="57717A"/>
                </a:solidFill>
                <a:latin typeface="Segoe UI"/>
                <a:ea typeface="Segoe UI"/>
                <a:cs typeface="Segoe UI"/>
              </a:defRPr>
            </a:defPPr>
            <a:lvl1pPr>
              <a:defRPr sz="1950">
                <a:solidFill>
                  <a:srgbClr val="57717A"/>
                </a:solidFill>
                <a:latin typeface="Segoe UI"/>
                <a:ea typeface="Segoe UI"/>
                <a:cs typeface="Segoe UI"/>
              </a:defRPr>
            </a:lvl1pPr>
            <a:lvl2pPr>
              <a:defRPr sz="1950">
                <a:solidFill>
                  <a:srgbClr val="57717A"/>
                </a:solidFill>
                <a:latin typeface="Segoe UI"/>
                <a:ea typeface="Segoe UI"/>
                <a:cs typeface="Segoe UI"/>
              </a:defRPr>
            </a:lvl2pPr>
            <a:lvl3pPr>
              <a:defRPr sz="1950">
                <a:solidFill>
                  <a:srgbClr val="57717A"/>
                </a:solidFill>
                <a:latin typeface="Segoe UI"/>
                <a:ea typeface="Segoe UI"/>
                <a:cs typeface="Segoe UI"/>
              </a:defRPr>
            </a:lvl3pPr>
            <a:lvl4pPr>
              <a:defRPr sz="1950">
                <a:solidFill>
                  <a:srgbClr val="57717A"/>
                </a:solidFill>
                <a:latin typeface="Segoe UI"/>
                <a:ea typeface="Segoe UI"/>
                <a:cs typeface="Segoe UI"/>
              </a:defRPr>
            </a:lvl4pPr>
            <a:lvl5pPr>
              <a:defRPr sz="1950">
                <a:solidFill>
                  <a:srgbClr val="57717A"/>
                </a:solidFill>
                <a:latin typeface="Segoe UI"/>
                <a:ea typeface="Segoe UI"/>
                <a:cs typeface="Segoe UI"/>
              </a:defRPr>
            </a:lvl5pPr>
            <a:lvl6pPr>
              <a:defRPr sz="1950">
                <a:solidFill>
                  <a:srgbClr val="57717A"/>
                </a:solidFill>
                <a:latin typeface="Segoe UI"/>
                <a:ea typeface="Segoe UI"/>
                <a:cs typeface="Segoe UI"/>
              </a:defRPr>
            </a:lvl6pPr>
            <a:lvl7pPr>
              <a:defRPr sz="1950">
                <a:solidFill>
                  <a:srgbClr val="57717A"/>
                </a:solidFill>
                <a:latin typeface="Segoe UI"/>
                <a:ea typeface="Segoe UI"/>
                <a:cs typeface="Segoe UI"/>
              </a:defRPr>
            </a:lvl7pPr>
            <a:lvl8pPr>
              <a:defRPr sz="1950">
                <a:solidFill>
                  <a:srgbClr val="57717A"/>
                </a:solidFill>
                <a:latin typeface="Segoe UI"/>
                <a:ea typeface="Segoe UI"/>
                <a:cs typeface="Segoe UI"/>
              </a:defRPr>
            </a:lvl8pPr>
            <a:lvl9pPr>
              <a:defRPr sz="1950">
                <a:solidFill>
                  <a:srgbClr val="57717A"/>
                </a:solidFill>
                <a:latin typeface="Segoe UI"/>
                <a:ea typeface="Segoe UI"/>
                <a:cs typeface="Segoe UI"/>
              </a:defRPr>
            </a:lvl9pPr>
          </a:lstStyle>
          <a:p xmlns:a="http://schemas.openxmlformats.org/drawingml/2006/main">
            <a:pPr>
              <a:defRPr sz="1950">
                <a:solidFill>
                  <a:srgbClr val="57717A"/>
                </a:solidFill>
                <a:latin typeface="Segoe UI"/>
                <a:ea typeface="Segoe UI"/>
                <a:cs typeface="Segoe UI"/>
              </a:defRPr>
            </a:pPr>
            <a:r>
              <a:rPr sz="1950">
                <a:solidFill>
                  <a:srgbClr val="57717A"/>
                </a:solidFill>
                <a:latin typeface="Segoe UI"/>
                <a:ea typeface="Segoe UI"/>
                <a:cs typeface="Segoe UI"/>
              </a:rPr>
              <a:t>Gönderim üst sınırı</a:t>
            </a:r>
          </a:p>
        </p:txBody>
      </p:sp>
    </p:spTree>
    <p:extLst>
      <p:ext uri="{BB962C8B-B14F-4D97-AF65-F5344CB8AC3E}">
        <p14:creationId xmlns:p14="http://schemas.microsoft.com/office/powerpoint/2010/main" val="2008769160"/>
      </p:ext>
    </p:extLst>
  </p:cSld>
</p:sld>
</file>

<file path=ppt/slides/slide11.xml><?xml version="1.0" encoding="utf-8"?>
<p:sld xmlns:p="http://schemas.openxmlformats.org/presentationml/2006/main">
  <p:cSld>
    <p:bg>
      <p:bgPr>
        <a:solidFill xmlns:a="http://schemas.openxmlformats.org/drawingml/2006/main">
          <a:srgbClr val="081C2B"/>
        </a:solidFill>
      </p:bgPr>
    </p:bg>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E93D14A5-8341-42D0-9CA2-9912A7505F5C}"/>
              </a:ext>
            </a:extLst>
          </p:cNvPr>
          <p:cNvPicPr>
            <a:picLocks xmlns:a="http://schemas.openxmlformats.org/drawingml/2006/main" noChangeAspect="1"/>
          </p:cNvPicPr>
          <p:nvPr/>
        </p:nvPicPr>
        <p:blipFill>
          <a:blip xmlns:r="http://schemas.openxmlformats.org/officeDocument/2006/relationships" xmlns:a="http://schemas.openxmlformats.org/drawingml/2006/main" r:embed="R2dd0787f93964b92"/>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3" name="title">
            <a:extLst xmlns:a="http://schemas.openxmlformats.org/drawingml/2006/main">
              <a:ext uri="{FF2B5EF4-FFF2-40B4-BE49-F238E27FC236}">
                <a16:creationId xmlns:a16="http://schemas.microsoft.com/office/drawing/2014/main" id="{21342106-2648-40F3-9D7B-2C5CC7935F67}"/>
              </a:ext>
            </a:extLst>
          </p:cNvPr>
          <p:cNvSpPr>
            <a:spLocks xmlns:a="http://schemas.openxmlformats.org/drawingml/2006/main" noGrp="1"/>
          </p:cNvSpPr>
          <p:nvPr/>
        </p:nvSpPr>
        <p:spPr>
          <a:xfrm xmlns:a="http://schemas.openxmlformats.org/drawingml/2006/main">
            <a:off x="628650" y="457200"/>
            <a:ext cx="109347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600" b="1">
                <a:solidFill>
                  <a:srgbClr val="F7FBFC"/>
                </a:solidFill>
                <a:latin typeface="Segoe UI"/>
                <a:ea typeface="Segoe UI"/>
                <a:cs typeface="Segoe UI"/>
              </a:defRPr>
            </a:defPPr>
            <a:lvl1pPr>
              <a:defRPr sz="3600" b="1">
                <a:solidFill>
                  <a:srgbClr val="F7FBFC"/>
                </a:solidFill>
                <a:latin typeface="Segoe UI"/>
                <a:ea typeface="Segoe UI"/>
                <a:cs typeface="Segoe UI"/>
              </a:defRPr>
            </a:lvl1pPr>
            <a:lvl2pPr>
              <a:defRPr sz="3600" b="1">
                <a:solidFill>
                  <a:srgbClr val="F7FBFC"/>
                </a:solidFill>
                <a:latin typeface="Segoe UI"/>
                <a:ea typeface="Segoe UI"/>
                <a:cs typeface="Segoe UI"/>
              </a:defRPr>
            </a:lvl2pPr>
            <a:lvl3pPr>
              <a:defRPr sz="3600" b="1">
                <a:solidFill>
                  <a:srgbClr val="F7FBFC"/>
                </a:solidFill>
                <a:latin typeface="Segoe UI"/>
                <a:ea typeface="Segoe UI"/>
                <a:cs typeface="Segoe UI"/>
              </a:defRPr>
            </a:lvl3pPr>
            <a:lvl4pPr>
              <a:defRPr sz="3600" b="1">
                <a:solidFill>
                  <a:srgbClr val="F7FBFC"/>
                </a:solidFill>
                <a:latin typeface="Segoe UI"/>
                <a:ea typeface="Segoe UI"/>
                <a:cs typeface="Segoe UI"/>
              </a:defRPr>
            </a:lvl4pPr>
            <a:lvl5pPr>
              <a:defRPr sz="3600" b="1">
                <a:solidFill>
                  <a:srgbClr val="F7FBFC"/>
                </a:solidFill>
                <a:latin typeface="Segoe UI"/>
                <a:ea typeface="Segoe UI"/>
                <a:cs typeface="Segoe UI"/>
              </a:defRPr>
            </a:lvl5pPr>
            <a:lvl6pPr>
              <a:defRPr sz="3600" b="1">
                <a:solidFill>
                  <a:srgbClr val="F7FBFC"/>
                </a:solidFill>
                <a:latin typeface="Segoe UI"/>
                <a:ea typeface="Segoe UI"/>
                <a:cs typeface="Segoe UI"/>
              </a:defRPr>
            </a:lvl6pPr>
            <a:lvl7pPr>
              <a:defRPr sz="3600" b="1">
                <a:solidFill>
                  <a:srgbClr val="F7FBFC"/>
                </a:solidFill>
                <a:latin typeface="Segoe UI"/>
                <a:ea typeface="Segoe UI"/>
                <a:cs typeface="Segoe UI"/>
              </a:defRPr>
            </a:lvl7pPr>
            <a:lvl8pPr>
              <a:defRPr sz="3600" b="1">
                <a:solidFill>
                  <a:srgbClr val="F7FBFC"/>
                </a:solidFill>
                <a:latin typeface="Segoe UI"/>
                <a:ea typeface="Segoe UI"/>
                <a:cs typeface="Segoe UI"/>
              </a:defRPr>
            </a:lvl8pPr>
            <a:lvl9pPr>
              <a:defRPr sz="3600" b="1">
                <a:solidFill>
                  <a:srgbClr val="F7FBFC"/>
                </a:solidFill>
                <a:latin typeface="Segoe UI"/>
                <a:ea typeface="Segoe UI"/>
                <a:cs typeface="Segoe UI"/>
              </a:defRPr>
            </a:lvl9pPr>
          </a:lstStyle>
          <a:p xmlns:a="http://schemas.openxmlformats.org/drawingml/2006/main">
            <a:pPr>
              <a:defRPr sz="3600" b="1">
                <a:solidFill>
                  <a:srgbClr val="F7FBFC"/>
                </a:solidFill>
                <a:latin typeface="Segoe UI"/>
                <a:ea typeface="Segoe UI"/>
                <a:cs typeface="Segoe UI"/>
              </a:defRPr>
            </a:pPr>
            <a:r>
              <a:rPr sz="3600" b="1">
                <a:solidFill>
                  <a:srgbClr val="F7FBFC"/>
                </a:solidFill>
                <a:latin typeface="Segoe UI"/>
                <a:ea typeface="Segoe UI"/>
                <a:cs typeface="Segoe UI"/>
              </a:rPr>
              <a:t>Kararın somut sonucu</a:t>
            </a:r>
          </a:p>
        </p:txBody>
      </p:sp>
      <p:sp>
        <p:nvSpPr>
          <p:cNvPr id="4" name="page">
            <a:extLst xmlns:a="http://schemas.openxmlformats.org/drawingml/2006/main">
              <a:ext uri="{FF2B5EF4-FFF2-40B4-BE49-F238E27FC236}">
                <a16:creationId xmlns:a16="http://schemas.microsoft.com/office/drawing/2014/main" id="{BBA1E4AC-68EC-4BE8-95A1-B6B2A707E2E3}"/>
              </a:ext>
            </a:extLst>
          </p:cNvPr>
          <p:cNvSpPr>
            <a:spLocks xmlns:a="http://schemas.openxmlformats.org/drawingml/2006/main" noGrp="1"/>
          </p:cNvSpPr>
          <p:nvPr/>
        </p:nvSpPr>
        <p:spPr>
          <a:xfrm xmlns:a="http://schemas.openxmlformats.org/drawingml/2006/main">
            <a:off x="11182350" y="6334125"/>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ACC5CC"/>
                </a:solidFill>
                <a:latin typeface="Segoe UI"/>
                <a:ea typeface="Segoe UI"/>
                <a:cs typeface="Segoe UI"/>
              </a:defRPr>
            </a:defPPr>
            <a:lvl1pPr>
              <a:defRPr sz="1575" b="0">
                <a:solidFill>
                  <a:srgbClr val="ACC5CC"/>
                </a:solidFill>
                <a:latin typeface="Segoe UI"/>
                <a:ea typeface="Segoe UI"/>
                <a:cs typeface="Segoe UI"/>
              </a:defRPr>
            </a:lvl1pPr>
            <a:lvl2pPr>
              <a:defRPr sz="1575" b="0">
                <a:solidFill>
                  <a:srgbClr val="ACC5CC"/>
                </a:solidFill>
                <a:latin typeface="Segoe UI"/>
                <a:ea typeface="Segoe UI"/>
                <a:cs typeface="Segoe UI"/>
              </a:defRPr>
            </a:lvl2pPr>
            <a:lvl3pPr>
              <a:defRPr sz="1575" b="0">
                <a:solidFill>
                  <a:srgbClr val="ACC5CC"/>
                </a:solidFill>
                <a:latin typeface="Segoe UI"/>
                <a:ea typeface="Segoe UI"/>
                <a:cs typeface="Segoe UI"/>
              </a:defRPr>
            </a:lvl3pPr>
            <a:lvl4pPr>
              <a:defRPr sz="1575" b="0">
                <a:solidFill>
                  <a:srgbClr val="ACC5CC"/>
                </a:solidFill>
                <a:latin typeface="Segoe UI"/>
                <a:ea typeface="Segoe UI"/>
                <a:cs typeface="Segoe UI"/>
              </a:defRPr>
            </a:lvl4pPr>
            <a:lvl5pPr>
              <a:defRPr sz="1575" b="0">
                <a:solidFill>
                  <a:srgbClr val="ACC5CC"/>
                </a:solidFill>
                <a:latin typeface="Segoe UI"/>
                <a:ea typeface="Segoe UI"/>
                <a:cs typeface="Segoe UI"/>
              </a:defRPr>
            </a:lvl5pPr>
            <a:lvl6pPr>
              <a:defRPr sz="1575" b="0">
                <a:solidFill>
                  <a:srgbClr val="ACC5CC"/>
                </a:solidFill>
                <a:latin typeface="Segoe UI"/>
                <a:ea typeface="Segoe UI"/>
                <a:cs typeface="Segoe UI"/>
              </a:defRPr>
            </a:lvl6pPr>
            <a:lvl7pPr>
              <a:defRPr sz="1575" b="0">
                <a:solidFill>
                  <a:srgbClr val="ACC5CC"/>
                </a:solidFill>
                <a:latin typeface="Segoe UI"/>
                <a:ea typeface="Segoe UI"/>
                <a:cs typeface="Segoe UI"/>
              </a:defRPr>
            </a:lvl7pPr>
            <a:lvl8pPr>
              <a:defRPr sz="1575" b="0">
                <a:solidFill>
                  <a:srgbClr val="ACC5CC"/>
                </a:solidFill>
                <a:latin typeface="Segoe UI"/>
                <a:ea typeface="Segoe UI"/>
                <a:cs typeface="Segoe UI"/>
              </a:defRPr>
            </a:lvl8pPr>
            <a:lvl9pPr>
              <a:defRPr sz="1575" b="0">
                <a:solidFill>
                  <a:srgbClr val="ACC5CC"/>
                </a:solidFill>
                <a:latin typeface="Segoe UI"/>
                <a:ea typeface="Segoe UI"/>
                <a:cs typeface="Segoe UI"/>
              </a:defRPr>
            </a:lvl9pPr>
          </a:lstStyle>
          <a:p xmlns:a="http://schemas.openxmlformats.org/drawingml/2006/main">
            <a:pPr>
              <a:defRPr sz="1575" b="0">
                <a:solidFill>
                  <a:srgbClr val="ACC5CC"/>
                </a:solidFill>
                <a:latin typeface="Segoe UI"/>
                <a:ea typeface="Segoe UI"/>
                <a:cs typeface="Segoe UI"/>
              </a:defRPr>
            </a:pPr>
            <a:r>
              <a:rPr sz="1575" b="0">
                <a:solidFill>
                  <a:srgbClr val="ACC5CC"/>
                </a:solidFill>
                <a:latin typeface="Segoe UI"/>
                <a:ea typeface="Segoe UI"/>
                <a:cs typeface="Segoe UI"/>
              </a:rPr>
              <a:t>11</a:t>
            </a:r>
          </a:p>
        </p:txBody>
      </p:sp>
      <p:sp>
        <p:nvSpPr>
          <p:cNvPr id="5" name="">
            <a:extLst xmlns:a="http://schemas.openxmlformats.org/drawingml/2006/main">
              <a:ext uri="{FF2B5EF4-FFF2-40B4-BE49-F238E27FC236}">
                <a16:creationId xmlns:a16="http://schemas.microsoft.com/office/drawing/2014/main" id="{86780696-7849-4CF2-A018-E4B188762334}"/>
              </a:ext>
            </a:extLst>
          </p:cNvPr>
          <p:cNvSpPr>
            <a:spLocks xmlns:a="http://schemas.openxmlformats.org/drawingml/2006/main" noGrp="1"/>
          </p:cNvSpPr>
          <p:nvPr/>
        </p:nvSpPr>
        <p:spPr>
          <a:xfrm xmlns:a="http://schemas.openxmlformats.org/drawingml/2006/main">
            <a:off x="628650" y="1524000"/>
            <a:ext cx="10715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ACC5CC"/>
                </a:solidFill>
                <a:latin typeface="Segoe UI"/>
                <a:ea typeface="Segoe UI"/>
                <a:cs typeface="Segoe UI"/>
              </a:defRPr>
            </a:defPPr>
            <a:lvl1pPr>
              <a:defRPr sz="1950" b="0">
                <a:solidFill>
                  <a:srgbClr val="ACC5CC"/>
                </a:solidFill>
                <a:latin typeface="Segoe UI"/>
                <a:ea typeface="Segoe UI"/>
                <a:cs typeface="Segoe UI"/>
              </a:defRPr>
            </a:lvl1pPr>
            <a:lvl2pPr>
              <a:defRPr sz="1950" b="0">
                <a:solidFill>
                  <a:srgbClr val="ACC5CC"/>
                </a:solidFill>
                <a:latin typeface="Segoe UI"/>
                <a:ea typeface="Segoe UI"/>
                <a:cs typeface="Segoe UI"/>
              </a:defRPr>
            </a:lvl2pPr>
            <a:lvl3pPr>
              <a:defRPr sz="1950" b="0">
                <a:solidFill>
                  <a:srgbClr val="ACC5CC"/>
                </a:solidFill>
                <a:latin typeface="Segoe UI"/>
                <a:ea typeface="Segoe UI"/>
                <a:cs typeface="Segoe UI"/>
              </a:defRPr>
            </a:lvl3pPr>
            <a:lvl4pPr>
              <a:defRPr sz="1950" b="0">
                <a:solidFill>
                  <a:srgbClr val="ACC5CC"/>
                </a:solidFill>
                <a:latin typeface="Segoe UI"/>
                <a:ea typeface="Segoe UI"/>
                <a:cs typeface="Segoe UI"/>
              </a:defRPr>
            </a:lvl4pPr>
            <a:lvl5pPr>
              <a:defRPr sz="1950" b="0">
                <a:solidFill>
                  <a:srgbClr val="ACC5CC"/>
                </a:solidFill>
                <a:latin typeface="Segoe UI"/>
                <a:ea typeface="Segoe UI"/>
                <a:cs typeface="Segoe UI"/>
              </a:defRPr>
            </a:lvl5pPr>
            <a:lvl6pPr>
              <a:defRPr sz="1950" b="0">
                <a:solidFill>
                  <a:srgbClr val="ACC5CC"/>
                </a:solidFill>
                <a:latin typeface="Segoe UI"/>
                <a:ea typeface="Segoe UI"/>
                <a:cs typeface="Segoe UI"/>
              </a:defRPr>
            </a:lvl6pPr>
            <a:lvl7pPr>
              <a:defRPr sz="1950" b="0">
                <a:solidFill>
                  <a:srgbClr val="ACC5CC"/>
                </a:solidFill>
                <a:latin typeface="Segoe UI"/>
                <a:ea typeface="Segoe UI"/>
                <a:cs typeface="Segoe UI"/>
              </a:defRPr>
            </a:lvl7pPr>
            <a:lvl8pPr>
              <a:defRPr sz="1950" b="0">
                <a:solidFill>
                  <a:srgbClr val="ACC5CC"/>
                </a:solidFill>
                <a:latin typeface="Segoe UI"/>
                <a:ea typeface="Segoe UI"/>
                <a:cs typeface="Segoe UI"/>
              </a:defRPr>
            </a:lvl8pPr>
            <a:lvl9pPr>
              <a:defRPr sz="1950" b="0">
                <a:solidFill>
                  <a:srgbClr val="ACC5CC"/>
                </a:solidFill>
                <a:latin typeface="Segoe UI"/>
                <a:ea typeface="Segoe UI"/>
                <a:cs typeface="Segoe UI"/>
              </a:defRPr>
            </a:lvl9pPr>
          </a:lstStyle>
          <a:p xmlns:a="http://schemas.openxmlformats.org/drawingml/2006/main">
            <a:pPr>
              <a:defRPr sz="1950" b="0">
                <a:solidFill>
                  <a:srgbClr val="ACC5CC"/>
                </a:solidFill>
                <a:latin typeface="Segoe UI"/>
                <a:ea typeface="Segoe UI"/>
                <a:cs typeface="Segoe UI"/>
              </a:defRPr>
            </a:pPr>
            <a:r>
              <a:rPr sz="1950" b="0">
                <a:solidFill>
                  <a:srgbClr val="ACC5CC"/>
                </a:solidFill>
                <a:latin typeface="Segoe UI"/>
                <a:ea typeface="Segoe UI"/>
                <a:cs typeface="Segoe UI"/>
              </a:rPr>
              <a:t>3 görev, 2 sunucu, seed 42, cihaz CPU 1 milyar çevrim/s</a:t>
            </a:r>
          </a:p>
        </p:txBody>
      </p:sp>
      <p:graphicFrame>
        <p:nvGraphicFramePr>
          <p:cNvPr id="6" name="Chart">
            <a:extLst xmlns:a="http://schemas.openxmlformats.org/drawingml/2006/main">
              <a:ext uri="{FF2B5EF4-FFF2-40B4-BE49-F238E27FC236}">
                <a16:creationId xmlns:a16="http://schemas.microsoft.com/office/drawing/2014/main" id="{E4B3C1BF-4F23-401A-B427-56DD4A21A433}"/>
              </a:ext>
            </a:extLst>
          </p:cNvPr>
          <p:cNvGraphicFramePr/>
          <p:nvPr/>
        </p:nvGraphicFramePr>
        <p:xfrm>
          <a:off xmlns:a="http://schemas.openxmlformats.org/drawingml/2006/main" x="628650" y="2409825"/>
          <a:ext xmlns:a="http://schemas.openxmlformats.org/drawingml/2006/main" cx="7096125" cy="3209925"/>
        </p:xfrm>
        <a:graphic xmlns:a="http://schemas.openxmlformats.org/drawingml/2006/main">
          <a:graphicData uri="http://schemas.openxmlformats.org/drawingml/2006/chart">
            <c:chart xmlns:r="http://schemas.openxmlformats.org/officeDocument/2006/relationships" xmlns:c="http://schemas.openxmlformats.org/drawingml/2006/chart" r:id="R6fa0b1ab6da74dcb"/>
          </a:graphicData>
        </a:graphic>
      </p:graphicFrame>
      <p:sp>
        <p:nvSpPr>
          <p:cNvPr id="7" name="">
            <a:extLst xmlns:a="http://schemas.openxmlformats.org/drawingml/2006/main">
              <a:ext uri="{FF2B5EF4-FFF2-40B4-BE49-F238E27FC236}">
                <a16:creationId xmlns:a16="http://schemas.microsoft.com/office/drawing/2014/main" id="{81C5B71B-C613-45DD-97D3-6204F47B06FA}"/>
              </a:ext>
            </a:extLst>
          </p:cNvPr>
          <p:cNvSpPr>
            <a:spLocks xmlns:a="http://schemas.openxmlformats.org/drawingml/2006/main" noGrp="1"/>
          </p:cNvSpPr>
          <p:nvPr/>
        </p:nvSpPr>
        <p:spPr>
          <a:xfrm xmlns:a="http://schemas.openxmlformats.org/drawingml/2006/main">
            <a:off x="628650" y="2019300"/>
            <a:ext cx="71913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ACC5CC"/>
                </a:solidFill>
                <a:latin typeface="Segoe UI"/>
                <a:ea typeface="Segoe UI"/>
                <a:cs typeface="Segoe UI"/>
              </a:defRPr>
            </a:defPPr>
            <a:lvl1pPr>
              <a:defRPr sz="1800" b="0">
                <a:solidFill>
                  <a:srgbClr val="ACC5CC"/>
                </a:solidFill>
                <a:latin typeface="Segoe UI"/>
                <a:ea typeface="Segoe UI"/>
                <a:cs typeface="Segoe UI"/>
              </a:defRPr>
            </a:lvl1pPr>
            <a:lvl2pPr>
              <a:defRPr sz="1800" b="0">
                <a:solidFill>
                  <a:srgbClr val="ACC5CC"/>
                </a:solidFill>
                <a:latin typeface="Segoe UI"/>
                <a:ea typeface="Segoe UI"/>
                <a:cs typeface="Segoe UI"/>
              </a:defRPr>
            </a:lvl2pPr>
            <a:lvl3pPr>
              <a:defRPr sz="1800" b="0">
                <a:solidFill>
                  <a:srgbClr val="ACC5CC"/>
                </a:solidFill>
                <a:latin typeface="Segoe UI"/>
                <a:ea typeface="Segoe UI"/>
                <a:cs typeface="Segoe UI"/>
              </a:defRPr>
            </a:lvl3pPr>
            <a:lvl4pPr>
              <a:defRPr sz="1800" b="0">
                <a:solidFill>
                  <a:srgbClr val="ACC5CC"/>
                </a:solidFill>
                <a:latin typeface="Segoe UI"/>
                <a:ea typeface="Segoe UI"/>
                <a:cs typeface="Segoe UI"/>
              </a:defRPr>
            </a:lvl4pPr>
            <a:lvl5pPr>
              <a:defRPr sz="1800" b="0">
                <a:solidFill>
                  <a:srgbClr val="ACC5CC"/>
                </a:solidFill>
                <a:latin typeface="Segoe UI"/>
                <a:ea typeface="Segoe UI"/>
                <a:cs typeface="Segoe UI"/>
              </a:defRPr>
            </a:lvl5pPr>
            <a:lvl6pPr>
              <a:defRPr sz="1800" b="0">
                <a:solidFill>
                  <a:srgbClr val="ACC5CC"/>
                </a:solidFill>
                <a:latin typeface="Segoe UI"/>
                <a:ea typeface="Segoe UI"/>
                <a:cs typeface="Segoe UI"/>
              </a:defRPr>
            </a:lvl6pPr>
            <a:lvl7pPr>
              <a:defRPr sz="1800" b="0">
                <a:solidFill>
                  <a:srgbClr val="ACC5CC"/>
                </a:solidFill>
                <a:latin typeface="Segoe UI"/>
                <a:ea typeface="Segoe UI"/>
                <a:cs typeface="Segoe UI"/>
              </a:defRPr>
            </a:lvl7pPr>
            <a:lvl8pPr>
              <a:defRPr sz="1800" b="0">
                <a:solidFill>
                  <a:srgbClr val="ACC5CC"/>
                </a:solidFill>
                <a:latin typeface="Segoe UI"/>
                <a:ea typeface="Segoe UI"/>
                <a:cs typeface="Segoe UI"/>
              </a:defRPr>
            </a:lvl8pPr>
            <a:lvl9pPr>
              <a:defRPr sz="1800" b="0">
                <a:solidFill>
                  <a:srgbClr val="ACC5CC"/>
                </a:solidFill>
                <a:latin typeface="Segoe UI"/>
                <a:ea typeface="Segoe UI"/>
                <a:cs typeface="Segoe UI"/>
              </a:defRPr>
            </a:lvl9pPr>
          </a:lstStyle>
          <a:p xmlns:a="http://schemas.openxmlformats.org/drawingml/2006/main">
            <a:pPr>
              <a:defRPr sz="1800" b="0">
                <a:solidFill>
                  <a:srgbClr val="ACC5CC"/>
                </a:solidFill>
                <a:latin typeface="Segoe UI"/>
                <a:ea typeface="Segoe UI"/>
                <a:cs typeface="Segoe UI"/>
              </a:defRPr>
            </a:pPr>
            <a:r>
              <a:rPr sz="1800" b="0">
                <a:solidFill>
                  <a:srgbClr val="ACC5CC"/>
                </a:solidFill>
                <a:latin typeface="Segoe UI"/>
                <a:ea typeface="Segoe UI"/>
                <a:cs typeface="Segoe UI"/>
              </a:rPr>
              <a:t>Model görev süresi, saniye</a:t>
            </a:r>
          </a:p>
        </p:txBody>
      </p:sp>
      <p:sp>
        <p:nvSpPr>
          <p:cNvPr id="8" name="">
            <a:extLst xmlns:a="http://schemas.openxmlformats.org/drawingml/2006/main">
              <a:ext uri="{FF2B5EF4-FFF2-40B4-BE49-F238E27FC236}">
                <a16:creationId xmlns:a16="http://schemas.microsoft.com/office/drawing/2014/main" id="{92B2A3FA-9E42-4425-BA45-EDB5917D9D46}"/>
              </a:ext>
            </a:extLst>
          </p:cNvPr>
          <p:cNvSpPr>
            <a:spLocks xmlns:a="http://schemas.openxmlformats.org/drawingml/2006/main" noGrp="1"/>
          </p:cNvSpPr>
          <p:nvPr/>
        </p:nvSpPr>
        <p:spPr>
          <a:xfrm xmlns:a="http://schemas.openxmlformats.org/drawingml/2006/main">
            <a:off x="8229600" y="1847850"/>
            <a:ext cx="32861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ACC5CC"/>
                </a:solidFill>
                <a:latin typeface="Segoe UI"/>
                <a:ea typeface="Segoe UI"/>
                <a:cs typeface="Segoe UI"/>
              </a:defRPr>
            </a:defPPr>
            <a:lvl1pPr>
              <a:defRPr sz="1800" b="0">
                <a:solidFill>
                  <a:srgbClr val="ACC5CC"/>
                </a:solidFill>
                <a:latin typeface="Segoe UI"/>
                <a:ea typeface="Segoe UI"/>
                <a:cs typeface="Segoe UI"/>
              </a:defRPr>
            </a:lvl1pPr>
            <a:lvl2pPr>
              <a:defRPr sz="1800" b="0">
                <a:solidFill>
                  <a:srgbClr val="ACC5CC"/>
                </a:solidFill>
                <a:latin typeface="Segoe UI"/>
                <a:ea typeface="Segoe UI"/>
                <a:cs typeface="Segoe UI"/>
              </a:defRPr>
            </a:lvl2pPr>
            <a:lvl3pPr>
              <a:defRPr sz="1800" b="0">
                <a:solidFill>
                  <a:srgbClr val="ACC5CC"/>
                </a:solidFill>
                <a:latin typeface="Segoe UI"/>
                <a:ea typeface="Segoe UI"/>
                <a:cs typeface="Segoe UI"/>
              </a:defRPr>
            </a:lvl3pPr>
            <a:lvl4pPr>
              <a:defRPr sz="1800" b="0">
                <a:solidFill>
                  <a:srgbClr val="ACC5CC"/>
                </a:solidFill>
                <a:latin typeface="Segoe UI"/>
                <a:ea typeface="Segoe UI"/>
                <a:cs typeface="Segoe UI"/>
              </a:defRPr>
            </a:lvl4pPr>
            <a:lvl5pPr>
              <a:defRPr sz="1800" b="0">
                <a:solidFill>
                  <a:srgbClr val="ACC5CC"/>
                </a:solidFill>
                <a:latin typeface="Segoe UI"/>
                <a:ea typeface="Segoe UI"/>
                <a:cs typeface="Segoe UI"/>
              </a:defRPr>
            </a:lvl5pPr>
            <a:lvl6pPr>
              <a:defRPr sz="1800" b="0">
                <a:solidFill>
                  <a:srgbClr val="ACC5CC"/>
                </a:solidFill>
                <a:latin typeface="Segoe UI"/>
                <a:ea typeface="Segoe UI"/>
                <a:cs typeface="Segoe UI"/>
              </a:defRPr>
            </a:lvl6pPr>
            <a:lvl7pPr>
              <a:defRPr sz="1800" b="0">
                <a:solidFill>
                  <a:srgbClr val="ACC5CC"/>
                </a:solidFill>
                <a:latin typeface="Segoe UI"/>
                <a:ea typeface="Segoe UI"/>
                <a:cs typeface="Segoe UI"/>
              </a:defRPr>
            </a:lvl7pPr>
            <a:lvl8pPr>
              <a:defRPr sz="1800" b="0">
                <a:solidFill>
                  <a:srgbClr val="ACC5CC"/>
                </a:solidFill>
                <a:latin typeface="Segoe UI"/>
                <a:ea typeface="Segoe UI"/>
                <a:cs typeface="Segoe UI"/>
              </a:defRPr>
            </a:lvl8pPr>
            <a:lvl9pPr>
              <a:defRPr sz="1800" b="0">
                <a:solidFill>
                  <a:srgbClr val="ACC5CC"/>
                </a:solidFill>
                <a:latin typeface="Segoe UI"/>
                <a:ea typeface="Segoe UI"/>
                <a:cs typeface="Segoe UI"/>
              </a:defRPr>
            </a:lvl9pPr>
          </a:lstStyle>
          <a:p xmlns:a="http://schemas.openxmlformats.org/drawingml/2006/main">
            <a:pPr>
              <a:defRPr sz="1800" b="0">
                <a:solidFill>
                  <a:srgbClr val="ACC5CC"/>
                </a:solidFill>
                <a:latin typeface="Segoe UI"/>
                <a:ea typeface="Segoe UI"/>
                <a:cs typeface="Segoe UI"/>
              </a:defRPr>
            </a:pPr>
            <a:r>
              <a:rPr sz="1800" b="0">
                <a:solidFill>
                  <a:srgbClr val="ACC5CC"/>
                </a:solidFill>
                <a:latin typeface="Segoe UI"/>
                <a:ea typeface="Segoe UI"/>
                <a:cs typeface="Segoe UI"/>
              </a:rPr>
              <a:t>İlk görev gönderimi</a:t>
            </a:r>
          </a:p>
        </p:txBody>
      </p:sp>
      <p:sp>
        <p:nvSpPr>
          <p:cNvPr id="9" name="">
            <a:extLst xmlns:a="http://schemas.openxmlformats.org/drawingml/2006/main">
              <a:ext uri="{FF2B5EF4-FFF2-40B4-BE49-F238E27FC236}">
                <a16:creationId xmlns:a16="http://schemas.microsoft.com/office/drawing/2014/main" id="{0FF26153-6722-43B6-BC68-7AE46FD9DE20}"/>
              </a:ext>
            </a:extLst>
          </p:cNvPr>
          <p:cNvSpPr>
            <a:spLocks xmlns:a="http://schemas.openxmlformats.org/drawingml/2006/main" noGrp="1"/>
          </p:cNvSpPr>
          <p:nvPr/>
        </p:nvSpPr>
        <p:spPr>
          <a:xfrm xmlns:a="http://schemas.openxmlformats.org/drawingml/2006/main">
            <a:off x="8229600" y="2219325"/>
            <a:ext cx="32861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200" b="1">
                <a:solidFill>
                  <a:srgbClr val="F7FBFC"/>
                </a:solidFill>
                <a:latin typeface="Segoe UI"/>
                <a:ea typeface="Segoe UI"/>
                <a:cs typeface="Segoe UI"/>
              </a:defRPr>
            </a:defPPr>
            <a:lvl1pPr>
              <a:defRPr sz="4200" b="1">
                <a:solidFill>
                  <a:srgbClr val="F7FBFC"/>
                </a:solidFill>
                <a:latin typeface="Segoe UI"/>
                <a:ea typeface="Segoe UI"/>
                <a:cs typeface="Segoe UI"/>
              </a:defRPr>
            </a:lvl1pPr>
            <a:lvl2pPr>
              <a:defRPr sz="4200" b="1">
                <a:solidFill>
                  <a:srgbClr val="F7FBFC"/>
                </a:solidFill>
                <a:latin typeface="Segoe UI"/>
                <a:ea typeface="Segoe UI"/>
                <a:cs typeface="Segoe UI"/>
              </a:defRPr>
            </a:lvl2pPr>
            <a:lvl3pPr>
              <a:defRPr sz="4200" b="1">
                <a:solidFill>
                  <a:srgbClr val="F7FBFC"/>
                </a:solidFill>
                <a:latin typeface="Segoe UI"/>
                <a:ea typeface="Segoe UI"/>
                <a:cs typeface="Segoe UI"/>
              </a:defRPr>
            </a:lvl3pPr>
            <a:lvl4pPr>
              <a:defRPr sz="4200" b="1">
                <a:solidFill>
                  <a:srgbClr val="F7FBFC"/>
                </a:solidFill>
                <a:latin typeface="Segoe UI"/>
                <a:ea typeface="Segoe UI"/>
                <a:cs typeface="Segoe UI"/>
              </a:defRPr>
            </a:lvl4pPr>
            <a:lvl5pPr>
              <a:defRPr sz="4200" b="1">
                <a:solidFill>
                  <a:srgbClr val="F7FBFC"/>
                </a:solidFill>
                <a:latin typeface="Segoe UI"/>
                <a:ea typeface="Segoe UI"/>
                <a:cs typeface="Segoe UI"/>
              </a:defRPr>
            </a:lvl5pPr>
            <a:lvl6pPr>
              <a:defRPr sz="4200" b="1">
                <a:solidFill>
                  <a:srgbClr val="F7FBFC"/>
                </a:solidFill>
                <a:latin typeface="Segoe UI"/>
                <a:ea typeface="Segoe UI"/>
                <a:cs typeface="Segoe UI"/>
              </a:defRPr>
            </a:lvl6pPr>
            <a:lvl7pPr>
              <a:defRPr sz="4200" b="1">
                <a:solidFill>
                  <a:srgbClr val="F7FBFC"/>
                </a:solidFill>
                <a:latin typeface="Segoe UI"/>
                <a:ea typeface="Segoe UI"/>
                <a:cs typeface="Segoe UI"/>
              </a:defRPr>
            </a:lvl7pPr>
            <a:lvl8pPr>
              <a:defRPr sz="4200" b="1">
                <a:solidFill>
                  <a:srgbClr val="F7FBFC"/>
                </a:solidFill>
                <a:latin typeface="Segoe UI"/>
                <a:ea typeface="Segoe UI"/>
                <a:cs typeface="Segoe UI"/>
              </a:defRPr>
            </a:lvl8pPr>
            <a:lvl9pPr>
              <a:defRPr sz="4200" b="1">
                <a:solidFill>
                  <a:srgbClr val="F7FBFC"/>
                </a:solidFill>
                <a:latin typeface="Segoe UI"/>
                <a:ea typeface="Segoe UI"/>
                <a:cs typeface="Segoe UI"/>
              </a:defRPr>
            </a:lvl9pPr>
          </a:lstStyle>
          <a:p xmlns:a="http://schemas.openxmlformats.org/drawingml/2006/main">
            <a:pPr>
              <a:defRPr sz="4200" b="1">
                <a:solidFill>
                  <a:srgbClr val="F7FBFC"/>
                </a:solidFill>
                <a:latin typeface="Segoe UI"/>
                <a:ea typeface="Segoe UI"/>
                <a:cs typeface="Segoe UI"/>
              </a:defRPr>
            </a:pPr>
            <a:r>
              <a:rPr sz="4200" b="1">
                <a:solidFill>
                  <a:srgbClr val="F7FBFC"/>
                </a:solidFill>
                <a:latin typeface="Segoe UI"/>
                <a:ea typeface="Segoe UI"/>
                <a:cs typeface="Segoe UI"/>
              </a:rPr>
              <a:t>%100</a:t>
            </a:r>
          </a:p>
        </p:txBody>
      </p:sp>
      <p:sp>
        <p:nvSpPr>
          <p:cNvPr id="10" name="">
            <a:extLst xmlns:a="http://schemas.openxmlformats.org/drawingml/2006/main">
              <a:ext uri="{FF2B5EF4-FFF2-40B4-BE49-F238E27FC236}">
                <a16:creationId xmlns:a16="http://schemas.microsoft.com/office/drawing/2014/main" id="{322BF711-112F-4843-A7FA-1D0293429E0B}"/>
              </a:ext>
            </a:extLst>
          </p:cNvPr>
          <p:cNvSpPr>
            <a:spLocks xmlns:a="http://schemas.openxmlformats.org/drawingml/2006/main" noGrp="1"/>
          </p:cNvSpPr>
          <p:nvPr/>
        </p:nvSpPr>
        <p:spPr>
          <a:xfrm xmlns:a="http://schemas.openxmlformats.org/drawingml/2006/main">
            <a:off x="8229600" y="3009900"/>
            <a:ext cx="32385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ACC5CC"/>
                </a:solidFill>
                <a:latin typeface="Segoe UI"/>
                <a:ea typeface="Segoe UI"/>
                <a:cs typeface="Segoe UI"/>
              </a:defRPr>
            </a:defPPr>
            <a:lvl1pPr>
              <a:defRPr sz="1950" b="0">
                <a:solidFill>
                  <a:srgbClr val="ACC5CC"/>
                </a:solidFill>
                <a:latin typeface="Segoe UI"/>
                <a:ea typeface="Segoe UI"/>
                <a:cs typeface="Segoe UI"/>
              </a:defRPr>
            </a:lvl1pPr>
            <a:lvl2pPr>
              <a:defRPr sz="1950" b="0">
                <a:solidFill>
                  <a:srgbClr val="ACC5CC"/>
                </a:solidFill>
                <a:latin typeface="Segoe UI"/>
                <a:ea typeface="Segoe UI"/>
                <a:cs typeface="Segoe UI"/>
              </a:defRPr>
            </a:lvl2pPr>
            <a:lvl3pPr>
              <a:defRPr sz="1950" b="0">
                <a:solidFill>
                  <a:srgbClr val="ACC5CC"/>
                </a:solidFill>
                <a:latin typeface="Segoe UI"/>
                <a:ea typeface="Segoe UI"/>
                <a:cs typeface="Segoe UI"/>
              </a:defRPr>
            </a:lvl3pPr>
            <a:lvl4pPr>
              <a:defRPr sz="1950" b="0">
                <a:solidFill>
                  <a:srgbClr val="ACC5CC"/>
                </a:solidFill>
                <a:latin typeface="Segoe UI"/>
                <a:ea typeface="Segoe UI"/>
                <a:cs typeface="Segoe UI"/>
              </a:defRPr>
            </a:lvl4pPr>
            <a:lvl5pPr>
              <a:defRPr sz="1950" b="0">
                <a:solidFill>
                  <a:srgbClr val="ACC5CC"/>
                </a:solidFill>
                <a:latin typeface="Segoe UI"/>
                <a:ea typeface="Segoe UI"/>
                <a:cs typeface="Segoe UI"/>
              </a:defRPr>
            </a:lvl5pPr>
            <a:lvl6pPr>
              <a:defRPr sz="1950" b="0">
                <a:solidFill>
                  <a:srgbClr val="ACC5CC"/>
                </a:solidFill>
                <a:latin typeface="Segoe UI"/>
                <a:ea typeface="Segoe UI"/>
                <a:cs typeface="Segoe UI"/>
              </a:defRPr>
            </a:lvl6pPr>
            <a:lvl7pPr>
              <a:defRPr sz="1950" b="0">
                <a:solidFill>
                  <a:srgbClr val="ACC5CC"/>
                </a:solidFill>
                <a:latin typeface="Segoe UI"/>
                <a:ea typeface="Segoe UI"/>
                <a:cs typeface="Segoe UI"/>
              </a:defRPr>
            </a:lvl7pPr>
            <a:lvl8pPr>
              <a:defRPr sz="1950" b="0">
                <a:solidFill>
                  <a:srgbClr val="ACC5CC"/>
                </a:solidFill>
                <a:latin typeface="Segoe UI"/>
                <a:ea typeface="Segoe UI"/>
                <a:cs typeface="Segoe UI"/>
              </a:defRPr>
            </a:lvl8pPr>
            <a:lvl9pPr>
              <a:defRPr sz="1950" b="0">
                <a:solidFill>
                  <a:srgbClr val="ACC5CC"/>
                </a:solidFill>
                <a:latin typeface="Segoe UI"/>
                <a:ea typeface="Segoe UI"/>
                <a:cs typeface="Segoe UI"/>
              </a:defRPr>
            </a:lvl9pPr>
          </a:lstStyle>
          <a:p xmlns:a="http://schemas.openxmlformats.org/drawingml/2006/main">
            <a:pPr>
              <a:defRPr sz="1950" b="0">
                <a:solidFill>
                  <a:srgbClr val="ACC5CC"/>
                </a:solidFill>
                <a:latin typeface="Segoe UI"/>
                <a:ea typeface="Segoe UI"/>
                <a:cs typeface="Segoe UI"/>
              </a:defRPr>
            </a:pPr>
            <a:r>
              <a:rPr sz="1950" b="0">
                <a:solidFill>
                  <a:srgbClr val="ACC5CC"/>
                </a:solidFill>
                <a:latin typeface="Segoe UI"/>
                <a:ea typeface="Segoe UI"/>
                <a:cs typeface="Segoe UI"/>
              </a:rPr>
              <a:t>Temel yöntem</a:t>
            </a:r>
          </a:p>
          <a:p xmlns:a="http://schemas.openxmlformats.org/drawingml/2006/main">
            <a:pPr>
              <a:defRPr sz="1950" b="0">
                <a:solidFill>
                  <a:srgbClr val="ACC5CC"/>
                </a:solidFill>
                <a:latin typeface="Segoe UI"/>
                <a:ea typeface="Segoe UI"/>
                <a:cs typeface="Segoe UI"/>
              </a:defRPr>
            </a:pPr>
            <a:r>
              <a:rPr sz="1950" b="0">
                <a:solidFill>
                  <a:srgbClr val="ACC5CC"/>
                </a:solidFill>
                <a:latin typeface="Segoe UI"/>
                <a:ea typeface="Segoe UI"/>
                <a:cs typeface="Segoe UI"/>
              </a:rPr>
              <a:t>Model riski: 0,034257</a:t>
            </a:r>
          </a:p>
        </p:txBody>
      </p:sp>
      <p:sp>
        <p:nvSpPr>
          <p:cNvPr id="11" name="">
            <a:extLst xmlns:a="http://schemas.openxmlformats.org/drawingml/2006/main">
              <a:ext uri="{FF2B5EF4-FFF2-40B4-BE49-F238E27FC236}">
                <a16:creationId xmlns:a16="http://schemas.microsoft.com/office/drawing/2014/main" id="{7B152D6D-37DE-42D3-A4E6-EC7067B623C9}"/>
              </a:ext>
            </a:extLst>
          </p:cNvPr>
          <p:cNvSpPr>
            <a:spLocks xmlns:a="http://schemas.openxmlformats.org/drawingml/2006/main" noGrp="1"/>
          </p:cNvSpPr>
          <p:nvPr/>
        </p:nvSpPr>
        <p:spPr>
          <a:xfrm xmlns:a="http://schemas.openxmlformats.org/drawingml/2006/main">
            <a:off x="8229600" y="3905250"/>
            <a:ext cx="32861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200" b="1">
                <a:solidFill>
                  <a:srgbClr val="6FE0CC"/>
                </a:solidFill>
                <a:latin typeface="Segoe UI"/>
                <a:ea typeface="Segoe UI"/>
                <a:cs typeface="Segoe UI"/>
              </a:defRPr>
            </a:defPPr>
            <a:lvl1pPr>
              <a:defRPr sz="4200" b="1">
                <a:solidFill>
                  <a:srgbClr val="6FE0CC"/>
                </a:solidFill>
                <a:latin typeface="Segoe UI"/>
                <a:ea typeface="Segoe UI"/>
                <a:cs typeface="Segoe UI"/>
              </a:defRPr>
            </a:lvl1pPr>
            <a:lvl2pPr>
              <a:defRPr sz="4200" b="1">
                <a:solidFill>
                  <a:srgbClr val="6FE0CC"/>
                </a:solidFill>
                <a:latin typeface="Segoe UI"/>
                <a:ea typeface="Segoe UI"/>
                <a:cs typeface="Segoe UI"/>
              </a:defRPr>
            </a:lvl2pPr>
            <a:lvl3pPr>
              <a:defRPr sz="4200" b="1">
                <a:solidFill>
                  <a:srgbClr val="6FE0CC"/>
                </a:solidFill>
                <a:latin typeface="Segoe UI"/>
                <a:ea typeface="Segoe UI"/>
                <a:cs typeface="Segoe UI"/>
              </a:defRPr>
            </a:lvl3pPr>
            <a:lvl4pPr>
              <a:defRPr sz="4200" b="1">
                <a:solidFill>
                  <a:srgbClr val="6FE0CC"/>
                </a:solidFill>
                <a:latin typeface="Segoe UI"/>
                <a:ea typeface="Segoe UI"/>
                <a:cs typeface="Segoe UI"/>
              </a:defRPr>
            </a:lvl4pPr>
            <a:lvl5pPr>
              <a:defRPr sz="4200" b="1">
                <a:solidFill>
                  <a:srgbClr val="6FE0CC"/>
                </a:solidFill>
                <a:latin typeface="Segoe UI"/>
                <a:ea typeface="Segoe UI"/>
                <a:cs typeface="Segoe UI"/>
              </a:defRPr>
            </a:lvl5pPr>
            <a:lvl6pPr>
              <a:defRPr sz="4200" b="1">
                <a:solidFill>
                  <a:srgbClr val="6FE0CC"/>
                </a:solidFill>
                <a:latin typeface="Segoe UI"/>
                <a:ea typeface="Segoe UI"/>
                <a:cs typeface="Segoe UI"/>
              </a:defRPr>
            </a:lvl6pPr>
            <a:lvl7pPr>
              <a:defRPr sz="4200" b="1">
                <a:solidFill>
                  <a:srgbClr val="6FE0CC"/>
                </a:solidFill>
                <a:latin typeface="Segoe UI"/>
                <a:ea typeface="Segoe UI"/>
                <a:cs typeface="Segoe UI"/>
              </a:defRPr>
            </a:lvl7pPr>
            <a:lvl8pPr>
              <a:defRPr sz="4200" b="1">
                <a:solidFill>
                  <a:srgbClr val="6FE0CC"/>
                </a:solidFill>
                <a:latin typeface="Segoe UI"/>
                <a:ea typeface="Segoe UI"/>
                <a:cs typeface="Segoe UI"/>
              </a:defRPr>
            </a:lvl8pPr>
            <a:lvl9pPr>
              <a:defRPr sz="4200" b="1">
                <a:solidFill>
                  <a:srgbClr val="6FE0CC"/>
                </a:solidFill>
                <a:latin typeface="Segoe UI"/>
                <a:ea typeface="Segoe UI"/>
                <a:cs typeface="Segoe UI"/>
              </a:defRPr>
            </a:lvl9pPr>
          </a:lstStyle>
          <a:p xmlns:a="http://schemas.openxmlformats.org/drawingml/2006/main">
            <a:pPr>
              <a:defRPr sz="4200" b="1">
                <a:solidFill>
                  <a:srgbClr val="6FE0CC"/>
                </a:solidFill>
                <a:latin typeface="Segoe UI"/>
                <a:ea typeface="Segoe UI"/>
                <a:cs typeface="Segoe UI"/>
              </a:defRPr>
            </a:pPr>
            <a:r>
              <a:rPr sz="4200" b="1">
                <a:solidFill>
                  <a:srgbClr val="6FE0CC"/>
                </a:solidFill>
                <a:latin typeface="Segoe UI"/>
                <a:ea typeface="Segoe UI"/>
                <a:cs typeface="Segoe UI"/>
              </a:rPr>
              <a:t>%32,88</a:t>
            </a:r>
          </a:p>
        </p:txBody>
      </p:sp>
      <p:sp>
        <p:nvSpPr>
          <p:cNvPr id="12" name="">
            <a:extLst xmlns:a="http://schemas.openxmlformats.org/drawingml/2006/main">
              <a:ext uri="{FF2B5EF4-FFF2-40B4-BE49-F238E27FC236}">
                <a16:creationId xmlns:a16="http://schemas.microsoft.com/office/drawing/2014/main" id="{FF7BF609-AD6C-48CC-B5DC-3EA7835AF830}"/>
              </a:ext>
            </a:extLst>
          </p:cNvPr>
          <p:cNvSpPr>
            <a:spLocks xmlns:a="http://schemas.openxmlformats.org/drawingml/2006/main" noGrp="1"/>
          </p:cNvSpPr>
          <p:nvPr/>
        </p:nvSpPr>
        <p:spPr>
          <a:xfrm xmlns:a="http://schemas.openxmlformats.org/drawingml/2006/main">
            <a:off x="8229600" y="4695825"/>
            <a:ext cx="32385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ACC5CC"/>
                </a:solidFill>
                <a:latin typeface="Segoe UI"/>
                <a:ea typeface="Segoe UI"/>
                <a:cs typeface="Segoe UI"/>
              </a:defRPr>
            </a:defPPr>
            <a:lvl1pPr>
              <a:defRPr sz="1950" b="0">
                <a:solidFill>
                  <a:srgbClr val="ACC5CC"/>
                </a:solidFill>
                <a:latin typeface="Segoe UI"/>
                <a:ea typeface="Segoe UI"/>
                <a:cs typeface="Segoe UI"/>
              </a:defRPr>
            </a:lvl1pPr>
            <a:lvl2pPr>
              <a:defRPr sz="1950" b="0">
                <a:solidFill>
                  <a:srgbClr val="ACC5CC"/>
                </a:solidFill>
                <a:latin typeface="Segoe UI"/>
                <a:ea typeface="Segoe UI"/>
                <a:cs typeface="Segoe UI"/>
              </a:defRPr>
            </a:lvl2pPr>
            <a:lvl3pPr>
              <a:defRPr sz="1950" b="0">
                <a:solidFill>
                  <a:srgbClr val="ACC5CC"/>
                </a:solidFill>
                <a:latin typeface="Segoe UI"/>
                <a:ea typeface="Segoe UI"/>
                <a:cs typeface="Segoe UI"/>
              </a:defRPr>
            </a:lvl3pPr>
            <a:lvl4pPr>
              <a:defRPr sz="1950" b="0">
                <a:solidFill>
                  <a:srgbClr val="ACC5CC"/>
                </a:solidFill>
                <a:latin typeface="Segoe UI"/>
                <a:ea typeface="Segoe UI"/>
                <a:cs typeface="Segoe UI"/>
              </a:defRPr>
            </a:lvl4pPr>
            <a:lvl5pPr>
              <a:defRPr sz="1950" b="0">
                <a:solidFill>
                  <a:srgbClr val="ACC5CC"/>
                </a:solidFill>
                <a:latin typeface="Segoe UI"/>
                <a:ea typeface="Segoe UI"/>
                <a:cs typeface="Segoe UI"/>
              </a:defRPr>
            </a:lvl5pPr>
            <a:lvl6pPr>
              <a:defRPr sz="1950" b="0">
                <a:solidFill>
                  <a:srgbClr val="ACC5CC"/>
                </a:solidFill>
                <a:latin typeface="Segoe UI"/>
                <a:ea typeface="Segoe UI"/>
                <a:cs typeface="Segoe UI"/>
              </a:defRPr>
            </a:lvl6pPr>
            <a:lvl7pPr>
              <a:defRPr sz="1950" b="0">
                <a:solidFill>
                  <a:srgbClr val="ACC5CC"/>
                </a:solidFill>
                <a:latin typeface="Segoe UI"/>
                <a:ea typeface="Segoe UI"/>
                <a:cs typeface="Segoe UI"/>
              </a:defRPr>
            </a:lvl7pPr>
            <a:lvl8pPr>
              <a:defRPr sz="1950" b="0">
                <a:solidFill>
                  <a:srgbClr val="ACC5CC"/>
                </a:solidFill>
                <a:latin typeface="Segoe UI"/>
                <a:ea typeface="Segoe UI"/>
                <a:cs typeface="Segoe UI"/>
              </a:defRPr>
            </a:lvl8pPr>
            <a:lvl9pPr>
              <a:defRPr sz="1950" b="0">
                <a:solidFill>
                  <a:srgbClr val="ACC5CC"/>
                </a:solidFill>
                <a:latin typeface="Segoe UI"/>
                <a:ea typeface="Segoe UI"/>
                <a:cs typeface="Segoe UI"/>
              </a:defRPr>
            </a:lvl9pPr>
          </a:lstStyle>
          <a:p xmlns:a="http://schemas.openxmlformats.org/drawingml/2006/main">
            <a:pPr>
              <a:defRPr sz="1950" b="0">
                <a:solidFill>
                  <a:srgbClr val="ACC5CC"/>
                </a:solidFill>
                <a:latin typeface="Segoe UI"/>
                <a:ea typeface="Segoe UI"/>
                <a:cs typeface="Segoe UI"/>
              </a:defRPr>
            </a:pPr>
            <a:r>
              <a:rPr sz="1950" b="0">
                <a:solidFill>
                  <a:srgbClr val="ACC5CC"/>
                </a:solidFill>
                <a:latin typeface="Segoe UI"/>
                <a:ea typeface="Segoe UI"/>
                <a:cs typeface="Segoe UI"/>
              </a:rPr>
              <a:t>Mamdani</a:t>
            </a:r>
          </a:p>
          <a:p xmlns:a="http://schemas.openxmlformats.org/drawingml/2006/main">
            <a:pPr>
              <a:defRPr sz="1950" b="0">
                <a:solidFill>
                  <a:srgbClr val="ACC5CC"/>
                </a:solidFill>
                <a:latin typeface="Segoe UI"/>
                <a:ea typeface="Segoe UI"/>
                <a:cs typeface="Segoe UI"/>
              </a:defRPr>
            </a:pPr>
            <a:r>
              <a:rPr sz="1950" b="0">
                <a:solidFill>
                  <a:srgbClr val="ACC5CC"/>
                </a:solidFill>
                <a:latin typeface="Segoe UI"/>
                <a:ea typeface="Segoe UI"/>
                <a:cs typeface="Segoe UI"/>
              </a:rPr>
              <a:t>Model riski: 0,011263</a:t>
            </a:r>
          </a:p>
        </p:txBody>
      </p:sp>
      <p:sp>
        <p:nvSpPr>
          <p:cNvPr id="13" name="">
            <a:extLst xmlns:a="http://schemas.openxmlformats.org/drawingml/2006/main">
              <a:ext uri="{FF2B5EF4-FFF2-40B4-BE49-F238E27FC236}">
                <a16:creationId xmlns:a16="http://schemas.microsoft.com/office/drawing/2014/main" id="{514F37A9-1914-4742-B636-59853F970C6C}"/>
              </a:ext>
            </a:extLst>
          </p:cNvPr>
          <p:cNvSpPr>
            <a:spLocks xmlns:a="http://schemas.openxmlformats.org/drawingml/2006/main" noGrp="1"/>
          </p:cNvSpPr>
          <p:nvPr/>
        </p:nvSpPr>
        <p:spPr>
          <a:xfrm xmlns:a="http://schemas.openxmlformats.org/drawingml/2006/main">
            <a:off x="628650" y="590550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ACC5CC"/>
                </a:solidFill>
                <a:latin typeface="Segoe UI"/>
                <a:ea typeface="Segoe UI"/>
                <a:cs typeface="Segoe UI"/>
              </a:defRPr>
            </a:defPPr>
            <a:lvl1pPr>
              <a:defRPr sz="1950" b="0">
                <a:solidFill>
                  <a:srgbClr val="ACC5CC"/>
                </a:solidFill>
                <a:latin typeface="Segoe UI"/>
                <a:ea typeface="Segoe UI"/>
                <a:cs typeface="Segoe UI"/>
              </a:defRPr>
            </a:lvl1pPr>
            <a:lvl2pPr>
              <a:defRPr sz="1950" b="0">
                <a:solidFill>
                  <a:srgbClr val="ACC5CC"/>
                </a:solidFill>
                <a:latin typeface="Segoe UI"/>
                <a:ea typeface="Segoe UI"/>
                <a:cs typeface="Segoe UI"/>
              </a:defRPr>
            </a:lvl2pPr>
            <a:lvl3pPr>
              <a:defRPr sz="1950" b="0">
                <a:solidFill>
                  <a:srgbClr val="ACC5CC"/>
                </a:solidFill>
                <a:latin typeface="Segoe UI"/>
                <a:ea typeface="Segoe UI"/>
                <a:cs typeface="Segoe UI"/>
              </a:defRPr>
            </a:lvl3pPr>
            <a:lvl4pPr>
              <a:defRPr sz="1950" b="0">
                <a:solidFill>
                  <a:srgbClr val="ACC5CC"/>
                </a:solidFill>
                <a:latin typeface="Segoe UI"/>
                <a:ea typeface="Segoe UI"/>
                <a:cs typeface="Segoe UI"/>
              </a:defRPr>
            </a:lvl4pPr>
            <a:lvl5pPr>
              <a:defRPr sz="1950" b="0">
                <a:solidFill>
                  <a:srgbClr val="ACC5CC"/>
                </a:solidFill>
                <a:latin typeface="Segoe UI"/>
                <a:ea typeface="Segoe UI"/>
                <a:cs typeface="Segoe UI"/>
              </a:defRPr>
            </a:lvl5pPr>
            <a:lvl6pPr>
              <a:defRPr sz="1950" b="0">
                <a:solidFill>
                  <a:srgbClr val="ACC5CC"/>
                </a:solidFill>
                <a:latin typeface="Segoe UI"/>
                <a:ea typeface="Segoe UI"/>
                <a:cs typeface="Segoe UI"/>
              </a:defRPr>
            </a:lvl6pPr>
            <a:lvl7pPr>
              <a:defRPr sz="1950" b="0">
                <a:solidFill>
                  <a:srgbClr val="ACC5CC"/>
                </a:solidFill>
                <a:latin typeface="Segoe UI"/>
                <a:ea typeface="Segoe UI"/>
                <a:cs typeface="Segoe UI"/>
              </a:defRPr>
            </a:lvl7pPr>
            <a:lvl8pPr>
              <a:defRPr sz="1950" b="0">
                <a:solidFill>
                  <a:srgbClr val="ACC5CC"/>
                </a:solidFill>
                <a:latin typeface="Segoe UI"/>
                <a:ea typeface="Segoe UI"/>
                <a:cs typeface="Segoe UI"/>
              </a:defRPr>
            </a:lvl8pPr>
            <a:lvl9pPr>
              <a:defRPr sz="1950" b="0">
                <a:solidFill>
                  <a:srgbClr val="ACC5CC"/>
                </a:solidFill>
                <a:latin typeface="Segoe UI"/>
                <a:ea typeface="Segoe UI"/>
                <a:cs typeface="Segoe UI"/>
              </a:defRPr>
            </a:lvl9pPr>
          </a:lstStyle>
          <a:p xmlns:a="http://schemas.openxmlformats.org/drawingml/2006/main">
            <a:pPr>
              <a:defRPr sz="1950" b="0">
                <a:solidFill>
                  <a:srgbClr val="ACC5CC"/>
                </a:solidFill>
                <a:latin typeface="Segoe UI"/>
                <a:ea typeface="Segoe UI"/>
                <a:cs typeface="Segoe UI"/>
              </a:defRPr>
            </a:pPr>
            <a:r>
              <a:rPr sz="1950" b="0">
                <a:solidFill>
                  <a:srgbClr val="ACC5CC"/>
                </a:solidFill>
                <a:latin typeface="Segoe UI"/>
                <a:ea typeface="Segoe UI"/>
                <a:cs typeface="Segoe UI"/>
              </a:rPr>
              <a:t>Bu örnekte daha az gönderim, daha düşük model riski ve daha uzun süre verdi</a:t>
            </a:r>
          </a:p>
        </p:txBody>
      </p:sp>
    </p:spTree>
    <p:extLst>
      <p:ext uri="{BB962C8B-B14F-4D97-AF65-F5344CB8AC3E}">
        <p14:creationId xmlns:p14="http://schemas.microsoft.com/office/powerpoint/2010/main" val="1237623928"/>
      </p:ext>
    </p:extLst>
  </p:cSld>
</p:sld>
</file>

<file path=ppt/slides/slide12.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3A24F1D2-F525-434E-80C2-935DB2EF8A47}"/>
              </a:ext>
            </a:extLst>
          </p:cNvPr>
          <p:cNvPicPr>
            <a:picLocks xmlns:a="http://schemas.openxmlformats.org/drawingml/2006/main" noChangeAspect="1"/>
          </p:cNvPicPr>
          <p:nvPr/>
        </p:nvPicPr>
        <p:blipFill>
          <a:blip xmlns:r="http://schemas.openxmlformats.org/officeDocument/2006/relationships" xmlns:a="http://schemas.openxmlformats.org/drawingml/2006/main" r:embed="R91f43c338b6f435b"/>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3" name="title">
            <a:extLst xmlns:a="http://schemas.openxmlformats.org/drawingml/2006/main">
              <a:ext uri="{FF2B5EF4-FFF2-40B4-BE49-F238E27FC236}">
                <a16:creationId xmlns:a16="http://schemas.microsoft.com/office/drawing/2014/main" id="{C262337A-C064-40C0-8D36-AB47A19F704B}"/>
              </a:ext>
            </a:extLst>
          </p:cNvPr>
          <p:cNvSpPr>
            <a:spLocks xmlns:a="http://schemas.openxmlformats.org/drawingml/2006/main" noGrp="1"/>
          </p:cNvSpPr>
          <p:nvPr/>
        </p:nvSpPr>
        <p:spPr>
          <a:xfrm xmlns:a="http://schemas.openxmlformats.org/drawingml/2006/main">
            <a:off x="628650" y="457200"/>
            <a:ext cx="109347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600" b="1">
                <a:solidFill>
                  <a:srgbClr val="102D3B"/>
                </a:solidFill>
                <a:latin typeface="Segoe UI"/>
                <a:ea typeface="Segoe UI"/>
                <a:cs typeface="Segoe UI"/>
              </a:defRPr>
            </a:defPPr>
            <a:lvl1pPr>
              <a:defRPr sz="3600" b="1">
                <a:solidFill>
                  <a:srgbClr val="102D3B"/>
                </a:solidFill>
                <a:latin typeface="Segoe UI"/>
                <a:ea typeface="Segoe UI"/>
                <a:cs typeface="Segoe UI"/>
              </a:defRPr>
            </a:lvl1pPr>
            <a:lvl2pPr>
              <a:defRPr sz="3600" b="1">
                <a:solidFill>
                  <a:srgbClr val="102D3B"/>
                </a:solidFill>
                <a:latin typeface="Segoe UI"/>
                <a:ea typeface="Segoe UI"/>
                <a:cs typeface="Segoe UI"/>
              </a:defRPr>
            </a:lvl2pPr>
            <a:lvl3pPr>
              <a:defRPr sz="3600" b="1">
                <a:solidFill>
                  <a:srgbClr val="102D3B"/>
                </a:solidFill>
                <a:latin typeface="Segoe UI"/>
                <a:ea typeface="Segoe UI"/>
                <a:cs typeface="Segoe UI"/>
              </a:defRPr>
            </a:lvl3pPr>
            <a:lvl4pPr>
              <a:defRPr sz="3600" b="1">
                <a:solidFill>
                  <a:srgbClr val="102D3B"/>
                </a:solidFill>
                <a:latin typeface="Segoe UI"/>
                <a:ea typeface="Segoe UI"/>
                <a:cs typeface="Segoe UI"/>
              </a:defRPr>
            </a:lvl4pPr>
            <a:lvl5pPr>
              <a:defRPr sz="3600" b="1">
                <a:solidFill>
                  <a:srgbClr val="102D3B"/>
                </a:solidFill>
                <a:latin typeface="Segoe UI"/>
                <a:ea typeface="Segoe UI"/>
                <a:cs typeface="Segoe UI"/>
              </a:defRPr>
            </a:lvl5pPr>
            <a:lvl6pPr>
              <a:defRPr sz="3600" b="1">
                <a:solidFill>
                  <a:srgbClr val="102D3B"/>
                </a:solidFill>
                <a:latin typeface="Segoe UI"/>
                <a:ea typeface="Segoe UI"/>
                <a:cs typeface="Segoe UI"/>
              </a:defRPr>
            </a:lvl6pPr>
            <a:lvl7pPr>
              <a:defRPr sz="3600" b="1">
                <a:solidFill>
                  <a:srgbClr val="102D3B"/>
                </a:solidFill>
                <a:latin typeface="Segoe UI"/>
                <a:ea typeface="Segoe UI"/>
                <a:cs typeface="Segoe UI"/>
              </a:defRPr>
            </a:lvl7pPr>
            <a:lvl8pPr>
              <a:defRPr sz="3600" b="1">
                <a:solidFill>
                  <a:srgbClr val="102D3B"/>
                </a:solidFill>
                <a:latin typeface="Segoe UI"/>
                <a:ea typeface="Segoe UI"/>
                <a:cs typeface="Segoe UI"/>
              </a:defRPr>
            </a:lvl8pPr>
            <a:lvl9pPr>
              <a:defRPr sz="3600" b="1">
                <a:solidFill>
                  <a:srgbClr val="102D3B"/>
                </a:solidFill>
                <a:latin typeface="Segoe UI"/>
                <a:ea typeface="Segoe UI"/>
                <a:cs typeface="Segoe UI"/>
              </a:defRPr>
            </a:lvl9pPr>
          </a:lstStyle>
          <a:p xmlns:a="http://schemas.openxmlformats.org/drawingml/2006/main">
            <a:pPr>
              <a:defRPr sz="3600" b="1">
                <a:solidFill>
                  <a:srgbClr val="102D3B"/>
                </a:solidFill>
                <a:latin typeface="Segoe UI"/>
                <a:ea typeface="Segoe UI"/>
                <a:cs typeface="Segoe UI"/>
              </a:defRPr>
            </a:pPr>
            <a:r>
              <a:rPr sz="3600" b="1">
                <a:solidFill>
                  <a:srgbClr val="102D3B"/>
                </a:solidFill>
                <a:latin typeface="Segoe UI"/>
                <a:ea typeface="Segoe UI"/>
                <a:cs typeface="Segoe UI"/>
              </a:rPr>
              <a:t>Deney düzeni</a:t>
            </a:r>
          </a:p>
        </p:txBody>
      </p:sp>
      <p:sp>
        <p:nvSpPr>
          <p:cNvPr id="4" name="page">
            <a:extLst xmlns:a="http://schemas.openxmlformats.org/drawingml/2006/main">
              <a:ext uri="{FF2B5EF4-FFF2-40B4-BE49-F238E27FC236}">
                <a16:creationId xmlns:a16="http://schemas.microsoft.com/office/drawing/2014/main" id="{399490D3-728D-460F-96B0-667B315D8C59}"/>
              </a:ext>
            </a:extLst>
          </p:cNvPr>
          <p:cNvSpPr>
            <a:spLocks xmlns:a="http://schemas.openxmlformats.org/drawingml/2006/main" noGrp="1"/>
          </p:cNvSpPr>
          <p:nvPr/>
        </p:nvSpPr>
        <p:spPr>
          <a:xfrm xmlns:a="http://schemas.openxmlformats.org/drawingml/2006/main">
            <a:off x="11182350" y="6334125"/>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57717A"/>
                </a:solidFill>
                <a:latin typeface="Segoe UI"/>
                <a:ea typeface="Segoe UI"/>
                <a:cs typeface="Segoe UI"/>
              </a:defRPr>
            </a:defPPr>
            <a:lvl1pPr>
              <a:defRPr sz="1575" b="0">
                <a:solidFill>
                  <a:srgbClr val="57717A"/>
                </a:solidFill>
                <a:latin typeface="Segoe UI"/>
                <a:ea typeface="Segoe UI"/>
                <a:cs typeface="Segoe UI"/>
              </a:defRPr>
            </a:lvl1pPr>
            <a:lvl2pPr>
              <a:defRPr sz="1575" b="0">
                <a:solidFill>
                  <a:srgbClr val="57717A"/>
                </a:solidFill>
                <a:latin typeface="Segoe UI"/>
                <a:ea typeface="Segoe UI"/>
                <a:cs typeface="Segoe UI"/>
              </a:defRPr>
            </a:lvl2pPr>
            <a:lvl3pPr>
              <a:defRPr sz="1575" b="0">
                <a:solidFill>
                  <a:srgbClr val="57717A"/>
                </a:solidFill>
                <a:latin typeface="Segoe UI"/>
                <a:ea typeface="Segoe UI"/>
                <a:cs typeface="Segoe UI"/>
              </a:defRPr>
            </a:lvl3pPr>
            <a:lvl4pPr>
              <a:defRPr sz="1575" b="0">
                <a:solidFill>
                  <a:srgbClr val="57717A"/>
                </a:solidFill>
                <a:latin typeface="Segoe UI"/>
                <a:ea typeface="Segoe UI"/>
                <a:cs typeface="Segoe UI"/>
              </a:defRPr>
            </a:lvl4pPr>
            <a:lvl5pPr>
              <a:defRPr sz="1575" b="0">
                <a:solidFill>
                  <a:srgbClr val="57717A"/>
                </a:solidFill>
                <a:latin typeface="Segoe UI"/>
                <a:ea typeface="Segoe UI"/>
                <a:cs typeface="Segoe UI"/>
              </a:defRPr>
            </a:lvl5pPr>
            <a:lvl6pPr>
              <a:defRPr sz="1575" b="0">
                <a:solidFill>
                  <a:srgbClr val="57717A"/>
                </a:solidFill>
                <a:latin typeface="Segoe UI"/>
                <a:ea typeface="Segoe UI"/>
                <a:cs typeface="Segoe UI"/>
              </a:defRPr>
            </a:lvl6pPr>
            <a:lvl7pPr>
              <a:defRPr sz="1575" b="0">
                <a:solidFill>
                  <a:srgbClr val="57717A"/>
                </a:solidFill>
                <a:latin typeface="Segoe UI"/>
                <a:ea typeface="Segoe UI"/>
                <a:cs typeface="Segoe UI"/>
              </a:defRPr>
            </a:lvl7pPr>
            <a:lvl8pPr>
              <a:defRPr sz="1575" b="0">
                <a:solidFill>
                  <a:srgbClr val="57717A"/>
                </a:solidFill>
                <a:latin typeface="Segoe UI"/>
                <a:ea typeface="Segoe UI"/>
                <a:cs typeface="Segoe UI"/>
              </a:defRPr>
            </a:lvl8pPr>
            <a:lvl9pPr>
              <a:defRPr sz="1575" b="0">
                <a:solidFill>
                  <a:srgbClr val="57717A"/>
                </a:solidFill>
                <a:latin typeface="Segoe UI"/>
                <a:ea typeface="Segoe UI"/>
                <a:cs typeface="Segoe UI"/>
              </a:defRPr>
            </a:lvl9pPr>
          </a:lstStyle>
          <a:p xmlns:a="http://schemas.openxmlformats.org/drawingml/2006/main">
            <a:pPr>
              <a:defRPr sz="1575" b="0">
                <a:solidFill>
                  <a:srgbClr val="57717A"/>
                </a:solidFill>
                <a:latin typeface="Segoe UI"/>
                <a:ea typeface="Segoe UI"/>
                <a:cs typeface="Segoe UI"/>
              </a:defRPr>
            </a:pPr>
            <a:r>
              <a:rPr sz="1575" b="0">
                <a:solidFill>
                  <a:srgbClr val="57717A"/>
                </a:solidFill>
                <a:latin typeface="Segoe UI"/>
                <a:ea typeface="Segoe UI"/>
                <a:cs typeface="Segoe UI"/>
              </a:rPr>
              <a:t>12</a:t>
            </a:r>
          </a:p>
        </p:txBody>
      </p:sp>
      <p:sp>
        <p:nvSpPr>
          <p:cNvPr id="5" name="">
            <a:extLst xmlns:a="http://schemas.openxmlformats.org/drawingml/2006/main">
              <a:ext uri="{FF2B5EF4-FFF2-40B4-BE49-F238E27FC236}">
                <a16:creationId xmlns:a16="http://schemas.microsoft.com/office/drawing/2014/main" id="{4FEC381B-5D59-42AF-8098-0892B9FC94FD}"/>
              </a:ext>
            </a:extLst>
          </p:cNvPr>
          <p:cNvSpPr>
            <a:spLocks xmlns:a="http://schemas.openxmlformats.org/drawingml/2006/main" noGrp="1"/>
          </p:cNvSpPr>
          <p:nvPr/>
        </p:nvSpPr>
        <p:spPr>
          <a:xfrm xmlns:a="http://schemas.openxmlformats.org/drawingml/2006/main">
            <a:off x="628650" y="1619250"/>
            <a:ext cx="3381375"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6075" b="1">
                <a:solidFill>
                  <a:srgbClr val="117B78"/>
                </a:solidFill>
                <a:latin typeface="Segoe UI"/>
                <a:ea typeface="Segoe UI"/>
                <a:cs typeface="Segoe UI"/>
              </a:defRPr>
            </a:defPPr>
            <a:lvl1pPr>
              <a:defRPr sz="6075" b="1">
                <a:solidFill>
                  <a:srgbClr val="117B78"/>
                </a:solidFill>
                <a:latin typeface="Segoe UI"/>
                <a:ea typeface="Segoe UI"/>
                <a:cs typeface="Segoe UI"/>
              </a:defRPr>
            </a:lvl1pPr>
            <a:lvl2pPr>
              <a:defRPr sz="6075" b="1">
                <a:solidFill>
                  <a:srgbClr val="117B78"/>
                </a:solidFill>
                <a:latin typeface="Segoe UI"/>
                <a:ea typeface="Segoe UI"/>
                <a:cs typeface="Segoe UI"/>
              </a:defRPr>
            </a:lvl2pPr>
            <a:lvl3pPr>
              <a:defRPr sz="6075" b="1">
                <a:solidFill>
                  <a:srgbClr val="117B78"/>
                </a:solidFill>
                <a:latin typeface="Segoe UI"/>
                <a:ea typeface="Segoe UI"/>
                <a:cs typeface="Segoe UI"/>
              </a:defRPr>
            </a:lvl3pPr>
            <a:lvl4pPr>
              <a:defRPr sz="6075" b="1">
                <a:solidFill>
                  <a:srgbClr val="117B78"/>
                </a:solidFill>
                <a:latin typeface="Segoe UI"/>
                <a:ea typeface="Segoe UI"/>
                <a:cs typeface="Segoe UI"/>
              </a:defRPr>
            </a:lvl4pPr>
            <a:lvl5pPr>
              <a:defRPr sz="6075" b="1">
                <a:solidFill>
                  <a:srgbClr val="117B78"/>
                </a:solidFill>
                <a:latin typeface="Segoe UI"/>
                <a:ea typeface="Segoe UI"/>
                <a:cs typeface="Segoe UI"/>
              </a:defRPr>
            </a:lvl5pPr>
            <a:lvl6pPr>
              <a:defRPr sz="6075" b="1">
                <a:solidFill>
                  <a:srgbClr val="117B78"/>
                </a:solidFill>
                <a:latin typeface="Segoe UI"/>
                <a:ea typeface="Segoe UI"/>
                <a:cs typeface="Segoe UI"/>
              </a:defRPr>
            </a:lvl6pPr>
            <a:lvl7pPr>
              <a:defRPr sz="6075" b="1">
                <a:solidFill>
                  <a:srgbClr val="117B78"/>
                </a:solidFill>
                <a:latin typeface="Segoe UI"/>
                <a:ea typeface="Segoe UI"/>
                <a:cs typeface="Segoe UI"/>
              </a:defRPr>
            </a:lvl7pPr>
            <a:lvl8pPr>
              <a:defRPr sz="6075" b="1">
                <a:solidFill>
                  <a:srgbClr val="117B78"/>
                </a:solidFill>
                <a:latin typeface="Segoe UI"/>
                <a:ea typeface="Segoe UI"/>
                <a:cs typeface="Segoe UI"/>
              </a:defRPr>
            </a:lvl8pPr>
            <a:lvl9pPr>
              <a:defRPr sz="6075" b="1">
                <a:solidFill>
                  <a:srgbClr val="117B78"/>
                </a:solidFill>
                <a:latin typeface="Segoe UI"/>
                <a:ea typeface="Segoe UI"/>
                <a:cs typeface="Segoe UI"/>
              </a:defRPr>
            </a:lvl9pPr>
          </a:lstStyle>
          <a:p xmlns:a="http://schemas.openxmlformats.org/drawingml/2006/main">
            <a:pPr>
              <a:defRPr sz="6075" b="1">
                <a:solidFill>
                  <a:srgbClr val="117B78"/>
                </a:solidFill>
                <a:latin typeface="Segoe UI"/>
                <a:ea typeface="Segoe UI"/>
                <a:cs typeface="Segoe UI"/>
              </a:defRPr>
            </a:pPr>
            <a:r>
              <a:rPr sz="6075" b="1">
                <a:solidFill>
                  <a:srgbClr val="117B78"/>
                </a:solidFill>
                <a:latin typeface="Segoe UI"/>
                <a:ea typeface="Segoe UI"/>
                <a:cs typeface="Segoe UI"/>
              </a:rPr>
              <a:t>5</a:t>
            </a:r>
          </a:p>
        </p:txBody>
      </p:sp>
      <p:sp>
        <p:nvSpPr>
          <p:cNvPr id="6" name="">
            <a:extLst xmlns:a="http://schemas.openxmlformats.org/drawingml/2006/main">
              <a:ext uri="{FF2B5EF4-FFF2-40B4-BE49-F238E27FC236}">
                <a16:creationId xmlns:a16="http://schemas.microsoft.com/office/drawing/2014/main" id="{112F7C18-2257-465B-9984-F529A6B162B3}"/>
              </a:ext>
            </a:extLst>
          </p:cNvPr>
          <p:cNvSpPr>
            <a:spLocks xmlns:a="http://schemas.openxmlformats.org/drawingml/2006/main" noGrp="1"/>
          </p:cNvSpPr>
          <p:nvPr/>
        </p:nvSpPr>
        <p:spPr>
          <a:xfrm xmlns:a="http://schemas.openxmlformats.org/drawingml/2006/main">
            <a:off x="628650" y="2695575"/>
            <a:ext cx="3381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102D3B"/>
                </a:solidFill>
                <a:latin typeface="Segoe UI"/>
                <a:ea typeface="Segoe UI"/>
                <a:cs typeface="Segoe UI"/>
              </a:defRPr>
            </a:defPPr>
            <a:lvl1pPr>
              <a:defRPr sz="2400" b="1">
                <a:solidFill>
                  <a:srgbClr val="102D3B"/>
                </a:solidFill>
                <a:latin typeface="Segoe UI"/>
                <a:ea typeface="Segoe UI"/>
                <a:cs typeface="Segoe UI"/>
              </a:defRPr>
            </a:lvl1pPr>
            <a:lvl2pPr>
              <a:defRPr sz="2400" b="1">
                <a:solidFill>
                  <a:srgbClr val="102D3B"/>
                </a:solidFill>
                <a:latin typeface="Segoe UI"/>
                <a:ea typeface="Segoe UI"/>
                <a:cs typeface="Segoe UI"/>
              </a:defRPr>
            </a:lvl2pPr>
            <a:lvl3pPr>
              <a:defRPr sz="2400" b="1">
                <a:solidFill>
                  <a:srgbClr val="102D3B"/>
                </a:solidFill>
                <a:latin typeface="Segoe UI"/>
                <a:ea typeface="Segoe UI"/>
                <a:cs typeface="Segoe UI"/>
              </a:defRPr>
            </a:lvl3pPr>
            <a:lvl4pPr>
              <a:defRPr sz="2400" b="1">
                <a:solidFill>
                  <a:srgbClr val="102D3B"/>
                </a:solidFill>
                <a:latin typeface="Segoe UI"/>
                <a:ea typeface="Segoe UI"/>
                <a:cs typeface="Segoe UI"/>
              </a:defRPr>
            </a:lvl4pPr>
            <a:lvl5pPr>
              <a:defRPr sz="2400" b="1">
                <a:solidFill>
                  <a:srgbClr val="102D3B"/>
                </a:solidFill>
                <a:latin typeface="Segoe UI"/>
                <a:ea typeface="Segoe UI"/>
                <a:cs typeface="Segoe UI"/>
              </a:defRPr>
            </a:lvl5pPr>
            <a:lvl6pPr>
              <a:defRPr sz="2400" b="1">
                <a:solidFill>
                  <a:srgbClr val="102D3B"/>
                </a:solidFill>
                <a:latin typeface="Segoe UI"/>
                <a:ea typeface="Segoe UI"/>
                <a:cs typeface="Segoe UI"/>
              </a:defRPr>
            </a:lvl6pPr>
            <a:lvl7pPr>
              <a:defRPr sz="2400" b="1">
                <a:solidFill>
                  <a:srgbClr val="102D3B"/>
                </a:solidFill>
                <a:latin typeface="Segoe UI"/>
                <a:ea typeface="Segoe UI"/>
                <a:cs typeface="Segoe UI"/>
              </a:defRPr>
            </a:lvl7pPr>
            <a:lvl8pPr>
              <a:defRPr sz="2400" b="1">
                <a:solidFill>
                  <a:srgbClr val="102D3B"/>
                </a:solidFill>
                <a:latin typeface="Segoe UI"/>
                <a:ea typeface="Segoe UI"/>
                <a:cs typeface="Segoe UI"/>
              </a:defRPr>
            </a:lvl8pPr>
            <a:lvl9pPr>
              <a:defRPr sz="2400" b="1">
                <a:solidFill>
                  <a:srgbClr val="102D3B"/>
                </a:solidFill>
                <a:latin typeface="Segoe UI"/>
                <a:ea typeface="Segoe UI"/>
                <a:cs typeface="Segoe UI"/>
              </a:defRPr>
            </a:lvl9pPr>
          </a:lstStyle>
          <a:p xmlns:a="http://schemas.openxmlformats.org/drawingml/2006/main">
            <a:pPr>
              <a:defRPr sz="2400" b="1">
                <a:solidFill>
                  <a:srgbClr val="102D3B"/>
                </a:solidFill>
                <a:latin typeface="Segoe UI"/>
                <a:ea typeface="Segoe UI"/>
                <a:cs typeface="Segoe UI"/>
              </a:defRPr>
            </a:pPr>
            <a:r>
              <a:rPr sz="2400" b="1">
                <a:solidFill>
                  <a:srgbClr val="102D3B"/>
                </a:solidFill>
                <a:latin typeface="Segoe UI"/>
                <a:ea typeface="Segoe UI"/>
                <a:cs typeface="Segoe UI"/>
              </a:rPr>
              <a:t>sentetik veri seti</a:t>
            </a:r>
          </a:p>
        </p:txBody>
      </p:sp>
      <p:sp>
        <p:nvSpPr>
          <p:cNvPr id="7" name="">
            <a:extLst xmlns:a="http://schemas.openxmlformats.org/drawingml/2006/main">
              <a:ext uri="{FF2B5EF4-FFF2-40B4-BE49-F238E27FC236}">
                <a16:creationId xmlns:a16="http://schemas.microsoft.com/office/drawing/2014/main" id="{804E5D88-EC89-4B47-B3BD-672007D50ECC}"/>
              </a:ext>
            </a:extLst>
          </p:cNvPr>
          <p:cNvSpPr>
            <a:spLocks xmlns:a="http://schemas.openxmlformats.org/drawingml/2006/main" noGrp="1"/>
          </p:cNvSpPr>
          <p:nvPr/>
        </p:nvSpPr>
        <p:spPr>
          <a:xfrm xmlns:a="http://schemas.openxmlformats.org/drawingml/2006/main">
            <a:off x="628650" y="3209925"/>
            <a:ext cx="3381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57717A"/>
                </a:solidFill>
                <a:latin typeface="Segoe UI"/>
                <a:ea typeface="Segoe UI"/>
                <a:cs typeface="Segoe UI"/>
              </a:defRPr>
            </a:defPPr>
            <a:lvl1pPr>
              <a:defRPr sz="1875" b="0">
                <a:solidFill>
                  <a:srgbClr val="57717A"/>
                </a:solidFill>
                <a:latin typeface="Segoe UI"/>
                <a:ea typeface="Segoe UI"/>
                <a:cs typeface="Segoe UI"/>
              </a:defRPr>
            </a:lvl1pPr>
            <a:lvl2pPr>
              <a:defRPr sz="1875" b="0">
                <a:solidFill>
                  <a:srgbClr val="57717A"/>
                </a:solidFill>
                <a:latin typeface="Segoe UI"/>
                <a:ea typeface="Segoe UI"/>
                <a:cs typeface="Segoe UI"/>
              </a:defRPr>
            </a:lvl2pPr>
            <a:lvl3pPr>
              <a:defRPr sz="1875" b="0">
                <a:solidFill>
                  <a:srgbClr val="57717A"/>
                </a:solidFill>
                <a:latin typeface="Segoe UI"/>
                <a:ea typeface="Segoe UI"/>
                <a:cs typeface="Segoe UI"/>
              </a:defRPr>
            </a:lvl3pPr>
            <a:lvl4pPr>
              <a:defRPr sz="1875" b="0">
                <a:solidFill>
                  <a:srgbClr val="57717A"/>
                </a:solidFill>
                <a:latin typeface="Segoe UI"/>
                <a:ea typeface="Segoe UI"/>
                <a:cs typeface="Segoe UI"/>
              </a:defRPr>
            </a:lvl4pPr>
            <a:lvl5pPr>
              <a:defRPr sz="1875" b="0">
                <a:solidFill>
                  <a:srgbClr val="57717A"/>
                </a:solidFill>
                <a:latin typeface="Segoe UI"/>
                <a:ea typeface="Segoe UI"/>
                <a:cs typeface="Segoe UI"/>
              </a:defRPr>
            </a:lvl5pPr>
            <a:lvl6pPr>
              <a:defRPr sz="1875" b="0">
                <a:solidFill>
                  <a:srgbClr val="57717A"/>
                </a:solidFill>
                <a:latin typeface="Segoe UI"/>
                <a:ea typeface="Segoe UI"/>
                <a:cs typeface="Segoe UI"/>
              </a:defRPr>
            </a:lvl6pPr>
            <a:lvl7pPr>
              <a:defRPr sz="1875" b="0">
                <a:solidFill>
                  <a:srgbClr val="57717A"/>
                </a:solidFill>
                <a:latin typeface="Segoe UI"/>
                <a:ea typeface="Segoe UI"/>
                <a:cs typeface="Segoe UI"/>
              </a:defRPr>
            </a:lvl7pPr>
            <a:lvl8pPr>
              <a:defRPr sz="1875" b="0">
                <a:solidFill>
                  <a:srgbClr val="57717A"/>
                </a:solidFill>
                <a:latin typeface="Segoe UI"/>
                <a:ea typeface="Segoe UI"/>
                <a:cs typeface="Segoe UI"/>
              </a:defRPr>
            </a:lvl8pPr>
            <a:lvl9pPr>
              <a:defRPr sz="1875" b="0">
                <a:solidFill>
                  <a:srgbClr val="57717A"/>
                </a:solidFill>
                <a:latin typeface="Segoe UI"/>
                <a:ea typeface="Segoe UI"/>
                <a:cs typeface="Segoe UI"/>
              </a:defRPr>
            </a:lvl9pPr>
          </a:lstStyle>
          <a:p xmlns:a="http://schemas.openxmlformats.org/drawingml/2006/main">
            <a:pPr>
              <a:defRPr sz="1875" b="0">
                <a:solidFill>
                  <a:srgbClr val="57717A"/>
                </a:solidFill>
                <a:latin typeface="Segoe UI"/>
                <a:ea typeface="Segoe UI"/>
                <a:cs typeface="Segoe UI"/>
              </a:defRPr>
            </a:pPr>
            <a:r>
              <a:rPr sz="1875" b="0">
                <a:solidFill>
                  <a:srgbClr val="57717A"/>
                </a:solidFill>
                <a:latin typeface="Segoe UI"/>
                <a:ea typeface="Segoe UI"/>
                <a:cs typeface="Segoe UI"/>
              </a:rPr>
              <a:t>Farklı veri tohumları</a:t>
            </a:r>
          </a:p>
        </p:txBody>
      </p:sp>
      <p:sp>
        <p:nvSpPr>
          <p:cNvPr id="8" name="">
            <a:extLst xmlns:a="http://schemas.openxmlformats.org/drawingml/2006/main">
              <a:ext uri="{FF2B5EF4-FFF2-40B4-BE49-F238E27FC236}">
                <a16:creationId xmlns:a16="http://schemas.microsoft.com/office/drawing/2014/main" id="{7688F055-A103-43AE-824B-88B64A302359}"/>
              </a:ext>
            </a:extLst>
          </p:cNvPr>
          <p:cNvSpPr>
            <a:spLocks xmlns:a="http://schemas.openxmlformats.org/drawingml/2006/main" noGrp="1"/>
          </p:cNvSpPr>
          <p:nvPr/>
        </p:nvSpPr>
        <p:spPr>
          <a:xfrm xmlns:a="http://schemas.openxmlformats.org/drawingml/2006/main">
            <a:off x="4457700" y="1619250"/>
            <a:ext cx="3381375"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6075" b="1">
                <a:solidFill>
                  <a:srgbClr val="117B78"/>
                </a:solidFill>
                <a:latin typeface="Segoe UI"/>
                <a:ea typeface="Segoe UI"/>
                <a:cs typeface="Segoe UI"/>
              </a:defRPr>
            </a:defPPr>
            <a:lvl1pPr>
              <a:defRPr sz="6075" b="1">
                <a:solidFill>
                  <a:srgbClr val="117B78"/>
                </a:solidFill>
                <a:latin typeface="Segoe UI"/>
                <a:ea typeface="Segoe UI"/>
                <a:cs typeface="Segoe UI"/>
              </a:defRPr>
            </a:lvl1pPr>
            <a:lvl2pPr>
              <a:defRPr sz="6075" b="1">
                <a:solidFill>
                  <a:srgbClr val="117B78"/>
                </a:solidFill>
                <a:latin typeface="Segoe UI"/>
                <a:ea typeface="Segoe UI"/>
                <a:cs typeface="Segoe UI"/>
              </a:defRPr>
            </a:lvl2pPr>
            <a:lvl3pPr>
              <a:defRPr sz="6075" b="1">
                <a:solidFill>
                  <a:srgbClr val="117B78"/>
                </a:solidFill>
                <a:latin typeface="Segoe UI"/>
                <a:ea typeface="Segoe UI"/>
                <a:cs typeface="Segoe UI"/>
              </a:defRPr>
            </a:lvl3pPr>
            <a:lvl4pPr>
              <a:defRPr sz="6075" b="1">
                <a:solidFill>
                  <a:srgbClr val="117B78"/>
                </a:solidFill>
                <a:latin typeface="Segoe UI"/>
                <a:ea typeface="Segoe UI"/>
                <a:cs typeface="Segoe UI"/>
              </a:defRPr>
            </a:lvl4pPr>
            <a:lvl5pPr>
              <a:defRPr sz="6075" b="1">
                <a:solidFill>
                  <a:srgbClr val="117B78"/>
                </a:solidFill>
                <a:latin typeface="Segoe UI"/>
                <a:ea typeface="Segoe UI"/>
                <a:cs typeface="Segoe UI"/>
              </a:defRPr>
            </a:lvl5pPr>
            <a:lvl6pPr>
              <a:defRPr sz="6075" b="1">
                <a:solidFill>
                  <a:srgbClr val="117B78"/>
                </a:solidFill>
                <a:latin typeface="Segoe UI"/>
                <a:ea typeface="Segoe UI"/>
                <a:cs typeface="Segoe UI"/>
              </a:defRPr>
            </a:lvl6pPr>
            <a:lvl7pPr>
              <a:defRPr sz="6075" b="1">
                <a:solidFill>
                  <a:srgbClr val="117B78"/>
                </a:solidFill>
                <a:latin typeface="Segoe UI"/>
                <a:ea typeface="Segoe UI"/>
                <a:cs typeface="Segoe UI"/>
              </a:defRPr>
            </a:lvl7pPr>
            <a:lvl8pPr>
              <a:defRPr sz="6075" b="1">
                <a:solidFill>
                  <a:srgbClr val="117B78"/>
                </a:solidFill>
                <a:latin typeface="Segoe UI"/>
                <a:ea typeface="Segoe UI"/>
                <a:cs typeface="Segoe UI"/>
              </a:defRPr>
            </a:lvl8pPr>
            <a:lvl9pPr>
              <a:defRPr sz="6075" b="1">
                <a:solidFill>
                  <a:srgbClr val="117B78"/>
                </a:solidFill>
                <a:latin typeface="Segoe UI"/>
                <a:ea typeface="Segoe UI"/>
                <a:cs typeface="Segoe UI"/>
              </a:defRPr>
            </a:lvl9pPr>
          </a:lstStyle>
          <a:p xmlns:a="http://schemas.openxmlformats.org/drawingml/2006/main">
            <a:pPr>
              <a:defRPr sz="6075" b="1">
                <a:solidFill>
                  <a:srgbClr val="117B78"/>
                </a:solidFill>
                <a:latin typeface="Segoe UI"/>
                <a:ea typeface="Segoe UI"/>
                <a:cs typeface="Segoe UI"/>
              </a:defRPr>
            </a:pPr>
            <a:r>
              <a:rPr sz="6075" b="1">
                <a:solidFill>
                  <a:srgbClr val="117B78"/>
                </a:solidFill>
                <a:latin typeface="Segoe UI"/>
                <a:ea typeface="Segoe UI"/>
                <a:cs typeface="Segoe UI"/>
              </a:rPr>
              <a:t>60</a:t>
            </a:r>
          </a:p>
        </p:txBody>
      </p:sp>
      <p:sp>
        <p:nvSpPr>
          <p:cNvPr id="9" name="">
            <a:extLst xmlns:a="http://schemas.openxmlformats.org/drawingml/2006/main">
              <a:ext uri="{FF2B5EF4-FFF2-40B4-BE49-F238E27FC236}">
                <a16:creationId xmlns:a16="http://schemas.microsoft.com/office/drawing/2014/main" id="{CD61690C-2177-4999-94EA-5202C41D11B8}"/>
              </a:ext>
            </a:extLst>
          </p:cNvPr>
          <p:cNvSpPr>
            <a:spLocks xmlns:a="http://schemas.openxmlformats.org/drawingml/2006/main" noGrp="1"/>
          </p:cNvSpPr>
          <p:nvPr/>
        </p:nvSpPr>
        <p:spPr>
          <a:xfrm xmlns:a="http://schemas.openxmlformats.org/drawingml/2006/main">
            <a:off x="4457700" y="2695575"/>
            <a:ext cx="3381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102D3B"/>
                </a:solidFill>
                <a:latin typeface="Segoe UI"/>
                <a:ea typeface="Segoe UI"/>
                <a:cs typeface="Segoe UI"/>
              </a:defRPr>
            </a:defPPr>
            <a:lvl1pPr>
              <a:defRPr sz="2400" b="1">
                <a:solidFill>
                  <a:srgbClr val="102D3B"/>
                </a:solidFill>
                <a:latin typeface="Segoe UI"/>
                <a:ea typeface="Segoe UI"/>
                <a:cs typeface="Segoe UI"/>
              </a:defRPr>
            </a:lvl1pPr>
            <a:lvl2pPr>
              <a:defRPr sz="2400" b="1">
                <a:solidFill>
                  <a:srgbClr val="102D3B"/>
                </a:solidFill>
                <a:latin typeface="Segoe UI"/>
                <a:ea typeface="Segoe UI"/>
                <a:cs typeface="Segoe UI"/>
              </a:defRPr>
            </a:lvl2pPr>
            <a:lvl3pPr>
              <a:defRPr sz="2400" b="1">
                <a:solidFill>
                  <a:srgbClr val="102D3B"/>
                </a:solidFill>
                <a:latin typeface="Segoe UI"/>
                <a:ea typeface="Segoe UI"/>
                <a:cs typeface="Segoe UI"/>
              </a:defRPr>
            </a:lvl3pPr>
            <a:lvl4pPr>
              <a:defRPr sz="2400" b="1">
                <a:solidFill>
                  <a:srgbClr val="102D3B"/>
                </a:solidFill>
                <a:latin typeface="Segoe UI"/>
                <a:ea typeface="Segoe UI"/>
                <a:cs typeface="Segoe UI"/>
              </a:defRPr>
            </a:lvl4pPr>
            <a:lvl5pPr>
              <a:defRPr sz="2400" b="1">
                <a:solidFill>
                  <a:srgbClr val="102D3B"/>
                </a:solidFill>
                <a:latin typeface="Segoe UI"/>
                <a:ea typeface="Segoe UI"/>
                <a:cs typeface="Segoe UI"/>
              </a:defRPr>
            </a:lvl5pPr>
            <a:lvl6pPr>
              <a:defRPr sz="2400" b="1">
                <a:solidFill>
                  <a:srgbClr val="102D3B"/>
                </a:solidFill>
                <a:latin typeface="Segoe UI"/>
                <a:ea typeface="Segoe UI"/>
                <a:cs typeface="Segoe UI"/>
              </a:defRPr>
            </a:lvl6pPr>
            <a:lvl7pPr>
              <a:defRPr sz="2400" b="1">
                <a:solidFill>
                  <a:srgbClr val="102D3B"/>
                </a:solidFill>
                <a:latin typeface="Segoe UI"/>
                <a:ea typeface="Segoe UI"/>
                <a:cs typeface="Segoe UI"/>
              </a:defRPr>
            </a:lvl7pPr>
            <a:lvl8pPr>
              <a:defRPr sz="2400" b="1">
                <a:solidFill>
                  <a:srgbClr val="102D3B"/>
                </a:solidFill>
                <a:latin typeface="Segoe UI"/>
                <a:ea typeface="Segoe UI"/>
                <a:cs typeface="Segoe UI"/>
              </a:defRPr>
            </a:lvl8pPr>
            <a:lvl9pPr>
              <a:defRPr sz="2400" b="1">
                <a:solidFill>
                  <a:srgbClr val="102D3B"/>
                </a:solidFill>
                <a:latin typeface="Segoe UI"/>
                <a:ea typeface="Segoe UI"/>
                <a:cs typeface="Segoe UI"/>
              </a:defRPr>
            </a:lvl9pPr>
          </a:lstStyle>
          <a:p xmlns:a="http://schemas.openxmlformats.org/drawingml/2006/main">
            <a:pPr>
              <a:defRPr sz="2400" b="1">
                <a:solidFill>
                  <a:srgbClr val="102D3B"/>
                </a:solidFill>
                <a:latin typeface="Segoe UI"/>
                <a:ea typeface="Segoe UI"/>
                <a:cs typeface="Segoe UI"/>
              </a:defRPr>
            </a:pPr>
            <a:r>
              <a:rPr sz="2400" b="1">
                <a:solidFill>
                  <a:srgbClr val="102D3B"/>
                </a:solidFill>
                <a:latin typeface="Segoe UI"/>
                <a:ea typeface="Segoe UI"/>
                <a:cs typeface="Segoe UI"/>
              </a:rPr>
              <a:t>görev</a:t>
            </a:r>
          </a:p>
        </p:txBody>
      </p:sp>
      <p:sp>
        <p:nvSpPr>
          <p:cNvPr id="10" name="">
            <a:extLst xmlns:a="http://schemas.openxmlformats.org/drawingml/2006/main">
              <a:ext uri="{FF2B5EF4-FFF2-40B4-BE49-F238E27FC236}">
                <a16:creationId xmlns:a16="http://schemas.microsoft.com/office/drawing/2014/main" id="{2A38A16D-1E88-422C-9FCE-ADF0A34A6FE5}"/>
              </a:ext>
            </a:extLst>
          </p:cNvPr>
          <p:cNvSpPr>
            <a:spLocks xmlns:a="http://schemas.openxmlformats.org/drawingml/2006/main" noGrp="1"/>
          </p:cNvSpPr>
          <p:nvPr/>
        </p:nvSpPr>
        <p:spPr>
          <a:xfrm xmlns:a="http://schemas.openxmlformats.org/drawingml/2006/main">
            <a:off x="4457700" y="3209925"/>
            <a:ext cx="3381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57717A"/>
                </a:solidFill>
                <a:latin typeface="Segoe UI"/>
                <a:ea typeface="Segoe UI"/>
                <a:cs typeface="Segoe UI"/>
              </a:defRPr>
            </a:defPPr>
            <a:lvl1pPr>
              <a:defRPr sz="1875" b="0">
                <a:solidFill>
                  <a:srgbClr val="57717A"/>
                </a:solidFill>
                <a:latin typeface="Segoe UI"/>
                <a:ea typeface="Segoe UI"/>
                <a:cs typeface="Segoe UI"/>
              </a:defRPr>
            </a:lvl1pPr>
            <a:lvl2pPr>
              <a:defRPr sz="1875" b="0">
                <a:solidFill>
                  <a:srgbClr val="57717A"/>
                </a:solidFill>
                <a:latin typeface="Segoe UI"/>
                <a:ea typeface="Segoe UI"/>
                <a:cs typeface="Segoe UI"/>
              </a:defRPr>
            </a:lvl2pPr>
            <a:lvl3pPr>
              <a:defRPr sz="1875" b="0">
                <a:solidFill>
                  <a:srgbClr val="57717A"/>
                </a:solidFill>
                <a:latin typeface="Segoe UI"/>
                <a:ea typeface="Segoe UI"/>
                <a:cs typeface="Segoe UI"/>
              </a:defRPr>
            </a:lvl3pPr>
            <a:lvl4pPr>
              <a:defRPr sz="1875" b="0">
                <a:solidFill>
                  <a:srgbClr val="57717A"/>
                </a:solidFill>
                <a:latin typeface="Segoe UI"/>
                <a:ea typeface="Segoe UI"/>
                <a:cs typeface="Segoe UI"/>
              </a:defRPr>
            </a:lvl4pPr>
            <a:lvl5pPr>
              <a:defRPr sz="1875" b="0">
                <a:solidFill>
                  <a:srgbClr val="57717A"/>
                </a:solidFill>
                <a:latin typeface="Segoe UI"/>
                <a:ea typeface="Segoe UI"/>
                <a:cs typeface="Segoe UI"/>
              </a:defRPr>
            </a:lvl5pPr>
            <a:lvl6pPr>
              <a:defRPr sz="1875" b="0">
                <a:solidFill>
                  <a:srgbClr val="57717A"/>
                </a:solidFill>
                <a:latin typeface="Segoe UI"/>
                <a:ea typeface="Segoe UI"/>
                <a:cs typeface="Segoe UI"/>
              </a:defRPr>
            </a:lvl6pPr>
            <a:lvl7pPr>
              <a:defRPr sz="1875" b="0">
                <a:solidFill>
                  <a:srgbClr val="57717A"/>
                </a:solidFill>
                <a:latin typeface="Segoe UI"/>
                <a:ea typeface="Segoe UI"/>
                <a:cs typeface="Segoe UI"/>
              </a:defRPr>
            </a:lvl7pPr>
            <a:lvl8pPr>
              <a:defRPr sz="1875" b="0">
                <a:solidFill>
                  <a:srgbClr val="57717A"/>
                </a:solidFill>
                <a:latin typeface="Segoe UI"/>
                <a:ea typeface="Segoe UI"/>
                <a:cs typeface="Segoe UI"/>
              </a:defRPr>
            </a:lvl8pPr>
            <a:lvl9pPr>
              <a:defRPr sz="1875" b="0">
                <a:solidFill>
                  <a:srgbClr val="57717A"/>
                </a:solidFill>
                <a:latin typeface="Segoe UI"/>
                <a:ea typeface="Segoe UI"/>
                <a:cs typeface="Segoe UI"/>
              </a:defRPr>
            </a:lvl9pPr>
          </a:lstStyle>
          <a:p xmlns:a="http://schemas.openxmlformats.org/drawingml/2006/main">
            <a:pPr>
              <a:defRPr sz="1875" b="0">
                <a:solidFill>
                  <a:srgbClr val="57717A"/>
                </a:solidFill>
                <a:latin typeface="Segoe UI"/>
                <a:ea typeface="Segoe UI"/>
                <a:cs typeface="Segoe UI"/>
              </a:defRPr>
            </a:pPr>
            <a:r>
              <a:rPr sz="1875" b="0">
                <a:solidFill>
                  <a:srgbClr val="57717A"/>
                </a:solidFill>
                <a:latin typeface="Segoe UI"/>
                <a:ea typeface="Segoe UI"/>
                <a:cs typeface="Segoe UI"/>
              </a:rPr>
              <a:t>Her veri setinde</a:t>
            </a:r>
          </a:p>
        </p:txBody>
      </p:sp>
      <p:sp>
        <p:nvSpPr>
          <p:cNvPr id="11" name="">
            <a:extLst xmlns:a="http://schemas.openxmlformats.org/drawingml/2006/main">
              <a:ext uri="{FF2B5EF4-FFF2-40B4-BE49-F238E27FC236}">
                <a16:creationId xmlns:a16="http://schemas.microsoft.com/office/drawing/2014/main" id="{454EBF0D-2769-471E-A745-7648A6CADB25}"/>
              </a:ext>
            </a:extLst>
          </p:cNvPr>
          <p:cNvSpPr>
            <a:spLocks xmlns:a="http://schemas.openxmlformats.org/drawingml/2006/main" noGrp="1"/>
          </p:cNvSpPr>
          <p:nvPr/>
        </p:nvSpPr>
        <p:spPr>
          <a:xfrm xmlns:a="http://schemas.openxmlformats.org/drawingml/2006/main">
            <a:off x="8286750" y="1619250"/>
            <a:ext cx="3381375"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6075" b="1">
                <a:solidFill>
                  <a:srgbClr val="117B78"/>
                </a:solidFill>
                <a:latin typeface="Segoe UI"/>
                <a:ea typeface="Segoe UI"/>
                <a:cs typeface="Segoe UI"/>
              </a:defRPr>
            </a:defPPr>
            <a:lvl1pPr>
              <a:defRPr sz="6075" b="1">
                <a:solidFill>
                  <a:srgbClr val="117B78"/>
                </a:solidFill>
                <a:latin typeface="Segoe UI"/>
                <a:ea typeface="Segoe UI"/>
                <a:cs typeface="Segoe UI"/>
              </a:defRPr>
            </a:lvl1pPr>
            <a:lvl2pPr>
              <a:defRPr sz="6075" b="1">
                <a:solidFill>
                  <a:srgbClr val="117B78"/>
                </a:solidFill>
                <a:latin typeface="Segoe UI"/>
                <a:ea typeface="Segoe UI"/>
                <a:cs typeface="Segoe UI"/>
              </a:defRPr>
            </a:lvl2pPr>
            <a:lvl3pPr>
              <a:defRPr sz="6075" b="1">
                <a:solidFill>
                  <a:srgbClr val="117B78"/>
                </a:solidFill>
                <a:latin typeface="Segoe UI"/>
                <a:ea typeface="Segoe UI"/>
                <a:cs typeface="Segoe UI"/>
              </a:defRPr>
            </a:lvl3pPr>
            <a:lvl4pPr>
              <a:defRPr sz="6075" b="1">
                <a:solidFill>
                  <a:srgbClr val="117B78"/>
                </a:solidFill>
                <a:latin typeface="Segoe UI"/>
                <a:ea typeface="Segoe UI"/>
                <a:cs typeface="Segoe UI"/>
              </a:defRPr>
            </a:lvl4pPr>
            <a:lvl5pPr>
              <a:defRPr sz="6075" b="1">
                <a:solidFill>
                  <a:srgbClr val="117B78"/>
                </a:solidFill>
                <a:latin typeface="Segoe UI"/>
                <a:ea typeface="Segoe UI"/>
                <a:cs typeface="Segoe UI"/>
              </a:defRPr>
            </a:lvl5pPr>
            <a:lvl6pPr>
              <a:defRPr sz="6075" b="1">
                <a:solidFill>
                  <a:srgbClr val="117B78"/>
                </a:solidFill>
                <a:latin typeface="Segoe UI"/>
                <a:ea typeface="Segoe UI"/>
                <a:cs typeface="Segoe UI"/>
              </a:defRPr>
            </a:lvl6pPr>
            <a:lvl7pPr>
              <a:defRPr sz="6075" b="1">
                <a:solidFill>
                  <a:srgbClr val="117B78"/>
                </a:solidFill>
                <a:latin typeface="Segoe UI"/>
                <a:ea typeface="Segoe UI"/>
                <a:cs typeface="Segoe UI"/>
              </a:defRPr>
            </a:lvl7pPr>
            <a:lvl8pPr>
              <a:defRPr sz="6075" b="1">
                <a:solidFill>
                  <a:srgbClr val="117B78"/>
                </a:solidFill>
                <a:latin typeface="Segoe UI"/>
                <a:ea typeface="Segoe UI"/>
                <a:cs typeface="Segoe UI"/>
              </a:defRPr>
            </a:lvl8pPr>
            <a:lvl9pPr>
              <a:defRPr sz="6075" b="1">
                <a:solidFill>
                  <a:srgbClr val="117B78"/>
                </a:solidFill>
                <a:latin typeface="Segoe UI"/>
                <a:ea typeface="Segoe UI"/>
                <a:cs typeface="Segoe UI"/>
              </a:defRPr>
            </a:lvl9pPr>
          </a:lstStyle>
          <a:p xmlns:a="http://schemas.openxmlformats.org/drawingml/2006/main">
            <a:pPr>
              <a:defRPr sz="6075" b="1">
                <a:solidFill>
                  <a:srgbClr val="117B78"/>
                </a:solidFill>
                <a:latin typeface="Segoe UI"/>
                <a:ea typeface="Segoe UI"/>
                <a:cs typeface="Segoe UI"/>
              </a:defRPr>
            </a:pPr>
            <a:r>
              <a:rPr sz="6075" b="1">
                <a:solidFill>
                  <a:srgbClr val="117B78"/>
                </a:solidFill>
                <a:latin typeface="Segoe UI"/>
                <a:ea typeface="Segoe UI"/>
                <a:cs typeface="Segoe UI"/>
              </a:rPr>
              <a:t>3</a:t>
            </a:r>
          </a:p>
        </p:txBody>
      </p:sp>
      <p:sp>
        <p:nvSpPr>
          <p:cNvPr id="12" name="">
            <a:extLst xmlns:a="http://schemas.openxmlformats.org/drawingml/2006/main">
              <a:ext uri="{FF2B5EF4-FFF2-40B4-BE49-F238E27FC236}">
                <a16:creationId xmlns:a16="http://schemas.microsoft.com/office/drawing/2014/main" id="{8D14844F-1091-40B8-9AA1-3DA12D6320F6}"/>
              </a:ext>
            </a:extLst>
          </p:cNvPr>
          <p:cNvSpPr>
            <a:spLocks xmlns:a="http://schemas.openxmlformats.org/drawingml/2006/main" noGrp="1"/>
          </p:cNvSpPr>
          <p:nvPr/>
        </p:nvSpPr>
        <p:spPr>
          <a:xfrm xmlns:a="http://schemas.openxmlformats.org/drawingml/2006/main">
            <a:off x="8286750" y="2695575"/>
            <a:ext cx="3381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102D3B"/>
                </a:solidFill>
                <a:latin typeface="Segoe UI"/>
                <a:ea typeface="Segoe UI"/>
                <a:cs typeface="Segoe UI"/>
              </a:defRPr>
            </a:defPPr>
            <a:lvl1pPr>
              <a:defRPr sz="2400" b="1">
                <a:solidFill>
                  <a:srgbClr val="102D3B"/>
                </a:solidFill>
                <a:latin typeface="Segoe UI"/>
                <a:ea typeface="Segoe UI"/>
                <a:cs typeface="Segoe UI"/>
              </a:defRPr>
            </a:lvl1pPr>
            <a:lvl2pPr>
              <a:defRPr sz="2400" b="1">
                <a:solidFill>
                  <a:srgbClr val="102D3B"/>
                </a:solidFill>
                <a:latin typeface="Segoe UI"/>
                <a:ea typeface="Segoe UI"/>
                <a:cs typeface="Segoe UI"/>
              </a:defRPr>
            </a:lvl2pPr>
            <a:lvl3pPr>
              <a:defRPr sz="2400" b="1">
                <a:solidFill>
                  <a:srgbClr val="102D3B"/>
                </a:solidFill>
                <a:latin typeface="Segoe UI"/>
                <a:ea typeface="Segoe UI"/>
                <a:cs typeface="Segoe UI"/>
              </a:defRPr>
            </a:lvl3pPr>
            <a:lvl4pPr>
              <a:defRPr sz="2400" b="1">
                <a:solidFill>
                  <a:srgbClr val="102D3B"/>
                </a:solidFill>
                <a:latin typeface="Segoe UI"/>
                <a:ea typeface="Segoe UI"/>
                <a:cs typeface="Segoe UI"/>
              </a:defRPr>
            </a:lvl4pPr>
            <a:lvl5pPr>
              <a:defRPr sz="2400" b="1">
                <a:solidFill>
                  <a:srgbClr val="102D3B"/>
                </a:solidFill>
                <a:latin typeface="Segoe UI"/>
                <a:ea typeface="Segoe UI"/>
                <a:cs typeface="Segoe UI"/>
              </a:defRPr>
            </a:lvl5pPr>
            <a:lvl6pPr>
              <a:defRPr sz="2400" b="1">
                <a:solidFill>
                  <a:srgbClr val="102D3B"/>
                </a:solidFill>
                <a:latin typeface="Segoe UI"/>
                <a:ea typeface="Segoe UI"/>
                <a:cs typeface="Segoe UI"/>
              </a:defRPr>
            </a:lvl6pPr>
            <a:lvl7pPr>
              <a:defRPr sz="2400" b="1">
                <a:solidFill>
                  <a:srgbClr val="102D3B"/>
                </a:solidFill>
                <a:latin typeface="Segoe UI"/>
                <a:ea typeface="Segoe UI"/>
                <a:cs typeface="Segoe UI"/>
              </a:defRPr>
            </a:lvl7pPr>
            <a:lvl8pPr>
              <a:defRPr sz="2400" b="1">
                <a:solidFill>
                  <a:srgbClr val="102D3B"/>
                </a:solidFill>
                <a:latin typeface="Segoe UI"/>
                <a:ea typeface="Segoe UI"/>
                <a:cs typeface="Segoe UI"/>
              </a:defRPr>
            </a:lvl8pPr>
            <a:lvl9pPr>
              <a:defRPr sz="2400" b="1">
                <a:solidFill>
                  <a:srgbClr val="102D3B"/>
                </a:solidFill>
                <a:latin typeface="Segoe UI"/>
                <a:ea typeface="Segoe UI"/>
                <a:cs typeface="Segoe UI"/>
              </a:defRPr>
            </a:lvl9pPr>
          </a:lstStyle>
          <a:p xmlns:a="http://schemas.openxmlformats.org/drawingml/2006/main">
            <a:pPr>
              <a:defRPr sz="2400" b="1">
                <a:solidFill>
                  <a:srgbClr val="102D3B"/>
                </a:solidFill>
                <a:latin typeface="Segoe UI"/>
                <a:ea typeface="Segoe UI"/>
                <a:cs typeface="Segoe UI"/>
              </a:defRPr>
            </a:pPr>
            <a:r>
              <a:rPr sz="2400" b="1">
                <a:solidFill>
                  <a:srgbClr val="102D3B"/>
                </a:solidFill>
                <a:latin typeface="Segoe UI"/>
                <a:ea typeface="Segoe UI"/>
                <a:cs typeface="Segoe UI"/>
              </a:rPr>
              <a:t>sunucu</a:t>
            </a:r>
          </a:p>
        </p:txBody>
      </p:sp>
      <p:sp>
        <p:nvSpPr>
          <p:cNvPr id="13" name="">
            <a:extLst xmlns:a="http://schemas.openxmlformats.org/drawingml/2006/main">
              <a:ext uri="{FF2B5EF4-FFF2-40B4-BE49-F238E27FC236}">
                <a16:creationId xmlns:a16="http://schemas.microsoft.com/office/drawing/2014/main" id="{171B718B-CCC2-4B3C-8A5C-6922271A7A7A}"/>
              </a:ext>
            </a:extLst>
          </p:cNvPr>
          <p:cNvSpPr>
            <a:spLocks xmlns:a="http://schemas.openxmlformats.org/drawingml/2006/main" noGrp="1"/>
          </p:cNvSpPr>
          <p:nvPr/>
        </p:nvSpPr>
        <p:spPr>
          <a:xfrm xmlns:a="http://schemas.openxmlformats.org/drawingml/2006/main">
            <a:off x="8286750" y="3209925"/>
            <a:ext cx="3381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57717A"/>
                </a:solidFill>
                <a:latin typeface="Segoe UI"/>
                <a:ea typeface="Segoe UI"/>
                <a:cs typeface="Segoe UI"/>
              </a:defRPr>
            </a:defPPr>
            <a:lvl1pPr>
              <a:defRPr sz="1875" b="0">
                <a:solidFill>
                  <a:srgbClr val="57717A"/>
                </a:solidFill>
                <a:latin typeface="Segoe UI"/>
                <a:ea typeface="Segoe UI"/>
                <a:cs typeface="Segoe UI"/>
              </a:defRPr>
            </a:lvl1pPr>
            <a:lvl2pPr>
              <a:defRPr sz="1875" b="0">
                <a:solidFill>
                  <a:srgbClr val="57717A"/>
                </a:solidFill>
                <a:latin typeface="Segoe UI"/>
                <a:ea typeface="Segoe UI"/>
                <a:cs typeface="Segoe UI"/>
              </a:defRPr>
            </a:lvl2pPr>
            <a:lvl3pPr>
              <a:defRPr sz="1875" b="0">
                <a:solidFill>
                  <a:srgbClr val="57717A"/>
                </a:solidFill>
                <a:latin typeface="Segoe UI"/>
                <a:ea typeface="Segoe UI"/>
                <a:cs typeface="Segoe UI"/>
              </a:defRPr>
            </a:lvl3pPr>
            <a:lvl4pPr>
              <a:defRPr sz="1875" b="0">
                <a:solidFill>
                  <a:srgbClr val="57717A"/>
                </a:solidFill>
                <a:latin typeface="Segoe UI"/>
                <a:ea typeface="Segoe UI"/>
                <a:cs typeface="Segoe UI"/>
              </a:defRPr>
            </a:lvl4pPr>
            <a:lvl5pPr>
              <a:defRPr sz="1875" b="0">
                <a:solidFill>
                  <a:srgbClr val="57717A"/>
                </a:solidFill>
                <a:latin typeface="Segoe UI"/>
                <a:ea typeface="Segoe UI"/>
                <a:cs typeface="Segoe UI"/>
              </a:defRPr>
            </a:lvl5pPr>
            <a:lvl6pPr>
              <a:defRPr sz="1875" b="0">
                <a:solidFill>
                  <a:srgbClr val="57717A"/>
                </a:solidFill>
                <a:latin typeface="Segoe UI"/>
                <a:ea typeface="Segoe UI"/>
                <a:cs typeface="Segoe UI"/>
              </a:defRPr>
            </a:lvl6pPr>
            <a:lvl7pPr>
              <a:defRPr sz="1875" b="0">
                <a:solidFill>
                  <a:srgbClr val="57717A"/>
                </a:solidFill>
                <a:latin typeface="Segoe UI"/>
                <a:ea typeface="Segoe UI"/>
                <a:cs typeface="Segoe UI"/>
              </a:defRPr>
            </a:lvl7pPr>
            <a:lvl8pPr>
              <a:defRPr sz="1875" b="0">
                <a:solidFill>
                  <a:srgbClr val="57717A"/>
                </a:solidFill>
                <a:latin typeface="Segoe UI"/>
                <a:ea typeface="Segoe UI"/>
                <a:cs typeface="Segoe UI"/>
              </a:defRPr>
            </a:lvl8pPr>
            <a:lvl9pPr>
              <a:defRPr sz="1875" b="0">
                <a:solidFill>
                  <a:srgbClr val="57717A"/>
                </a:solidFill>
                <a:latin typeface="Segoe UI"/>
                <a:ea typeface="Segoe UI"/>
                <a:cs typeface="Segoe UI"/>
              </a:defRPr>
            </a:lvl9pPr>
          </a:lstStyle>
          <a:p xmlns:a="http://schemas.openxmlformats.org/drawingml/2006/main">
            <a:pPr>
              <a:defRPr sz="1875" b="0">
                <a:solidFill>
                  <a:srgbClr val="57717A"/>
                </a:solidFill>
                <a:latin typeface="Segoe UI"/>
                <a:ea typeface="Segoe UI"/>
                <a:cs typeface="Segoe UI"/>
              </a:defRPr>
            </a:pPr>
            <a:r>
              <a:rPr sz="1875" b="0">
                <a:solidFill>
                  <a:srgbClr val="57717A"/>
                </a:solidFill>
                <a:latin typeface="Segoe UI"/>
                <a:ea typeface="Segoe UI"/>
                <a:cs typeface="Segoe UI"/>
              </a:rPr>
              <a:t>Aynı kaynak modeli</a:t>
            </a:r>
          </a:p>
        </p:txBody>
      </p:sp>
      <p:sp>
        <p:nvSpPr>
          <p:cNvPr id="14" name="">
            <a:extLst xmlns:a="http://schemas.openxmlformats.org/drawingml/2006/main">
              <a:ext uri="{FF2B5EF4-FFF2-40B4-BE49-F238E27FC236}">
                <a16:creationId xmlns:a16="http://schemas.microsoft.com/office/drawing/2014/main" id="{B4663C6D-7BE1-4B89-A7B5-18FB20CCCE4F}"/>
              </a:ext>
            </a:extLst>
          </p:cNvPr>
          <p:cNvSpPr>
            <a:spLocks xmlns:a="http://schemas.openxmlformats.org/drawingml/2006/main" noGrp="1"/>
          </p:cNvSpPr>
          <p:nvPr/>
        </p:nvSpPr>
        <p:spPr>
          <a:xfrm xmlns:a="http://schemas.openxmlformats.org/drawingml/2006/main">
            <a:off x="628650" y="4038600"/>
            <a:ext cx="5238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117B78"/>
                </a:solidFill>
                <a:latin typeface="Segoe UI"/>
                <a:ea typeface="Segoe UI"/>
                <a:cs typeface="Segoe UI"/>
              </a:defRPr>
            </a:defPPr>
            <a:lvl1pPr>
              <a:defRPr sz="2400" b="1">
                <a:solidFill>
                  <a:srgbClr val="117B78"/>
                </a:solidFill>
                <a:latin typeface="Segoe UI"/>
                <a:ea typeface="Segoe UI"/>
                <a:cs typeface="Segoe UI"/>
              </a:defRPr>
            </a:lvl1pPr>
            <a:lvl2pPr>
              <a:defRPr sz="2400" b="1">
                <a:solidFill>
                  <a:srgbClr val="117B78"/>
                </a:solidFill>
                <a:latin typeface="Segoe UI"/>
                <a:ea typeface="Segoe UI"/>
                <a:cs typeface="Segoe UI"/>
              </a:defRPr>
            </a:lvl2pPr>
            <a:lvl3pPr>
              <a:defRPr sz="2400" b="1">
                <a:solidFill>
                  <a:srgbClr val="117B78"/>
                </a:solidFill>
                <a:latin typeface="Segoe UI"/>
                <a:ea typeface="Segoe UI"/>
                <a:cs typeface="Segoe UI"/>
              </a:defRPr>
            </a:lvl3pPr>
            <a:lvl4pPr>
              <a:defRPr sz="2400" b="1">
                <a:solidFill>
                  <a:srgbClr val="117B78"/>
                </a:solidFill>
                <a:latin typeface="Segoe UI"/>
                <a:ea typeface="Segoe UI"/>
                <a:cs typeface="Segoe UI"/>
              </a:defRPr>
            </a:lvl4pPr>
            <a:lvl5pPr>
              <a:defRPr sz="2400" b="1">
                <a:solidFill>
                  <a:srgbClr val="117B78"/>
                </a:solidFill>
                <a:latin typeface="Segoe UI"/>
                <a:ea typeface="Segoe UI"/>
                <a:cs typeface="Segoe UI"/>
              </a:defRPr>
            </a:lvl5pPr>
            <a:lvl6pPr>
              <a:defRPr sz="2400" b="1">
                <a:solidFill>
                  <a:srgbClr val="117B78"/>
                </a:solidFill>
                <a:latin typeface="Segoe UI"/>
                <a:ea typeface="Segoe UI"/>
                <a:cs typeface="Segoe UI"/>
              </a:defRPr>
            </a:lvl6pPr>
            <a:lvl7pPr>
              <a:defRPr sz="2400" b="1">
                <a:solidFill>
                  <a:srgbClr val="117B78"/>
                </a:solidFill>
                <a:latin typeface="Segoe UI"/>
                <a:ea typeface="Segoe UI"/>
                <a:cs typeface="Segoe UI"/>
              </a:defRPr>
            </a:lvl7pPr>
            <a:lvl8pPr>
              <a:defRPr sz="2400" b="1">
                <a:solidFill>
                  <a:srgbClr val="117B78"/>
                </a:solidFill>
                <a:latin typeface="Segoe UI"/>
                <a:ea typeface="Segoe UI"/>
                <a:cs typeface="Segoe UI"/>
              </a:defRPr>
            </a:lvl8pPr>
            <a:lvl9pPr>
              <a:defRPr sz="2400" b="1">
                <a:solidFill>
                  <a:srgbClr val="117B78"/>
                </a:solidFill>
                <a:latin typeface="Segoe UI"/>
                <a:ea typeface="Segoe UI"/>
                <a:cs typeface="Segoe UI"/>
              </a:defRPr>
            </a:lvl9pPr>
          </a:lstStyle>
          <a:p xmlns:a="http://schemas.openxmlformats.org/drawingml/2006/main">
            <a:pPr>
              <a:defRPr sz="2400" b="1">
                <a:solidFill>
                  <a:srgbClr val="117B78"/>
                </a:solidFill>
                <a:latin typeface="Segoe UI"/>
                <a:ea typeface="Segoe UI"/>
                <a:cs typeface="Segoe UI"/>
              </a:defRPr>
            </a:pPr>
            <a:r>
              <a:rPr sz="2400" b="1">
                <a:solidFill>
                  <a:srgbClr val="117B78"/>
                </a:solidFill>
                <a:latin typeface="Segoe UI"/>
                <a:ea typeface="Segoe UI"/>
                <a:cs typeface="Segoe UI"/>
              </a:rPr>
              <a:t>Neyi değiştirdim?</a:t>
            </a:r>
          </a:p>
        </p:txBody>
      </p:sp>
      <p:sp>
        <p:nvSpPr>
          <p:cNvPr id="15" name="">
            <a:extLst xmlns:a="http://schemas.openxmlformats.org/drawingml/2006/main">
              <a:ext uri="{FF2B5EF4-FFF2-40B4-BE49-F238E27FC236}">
                <a16:creationId xmlns:a16="http://schemas.microsoft.com/office/drawing/2014/main" id="{9E3F59BF-B526-441E-8EFB-A280AFA3C9E3}"/>
              </a:ext>
            </a:extLst>
          </p:cNvPr>
          <p:cNvSpPr>
            <a:spLocks xmlns:a="http://schemas.openxmlformats.org/drawingml/2006/main" noGrp="1"/>
          </p:cNvSpPr>
          <p:nvPr/>
        </p:nvSpPr>
        <p:spPr>
          <a:xfrm xmlns:a="http://schemas.openxmlformats.org/drawingml/2006/main">
            <a:off x="628650" y="4581525"/>
            <a:ext cx="5238750" cy="1276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102D3B"/>
                </a:solidFill>
                <a:latin typeface="Segoe UI"/>
                <a:ea typeface="Segoe UI"/>
                <a:cs typeface="Segoe UI"/>
              </a:defRPr>
            </a:defPPr>
            <a:lvl1pPr>
              <a:defRPr sz="2100" b="0">
                <a:solidFill>
                  <a:srgbClr val="102D3B"/>
                </a:solidFill>
                <a:latin typeface="Segoe UI"/>
                <a:ea typeface="Segoe UI"/>
                <a:cs typeface="Segoe UI"/>
              </a:defRPr>
            </a:lvl1pPr>
            <a:lvl2pPr>
              <a:defRPr sz="2100" b="0">
                <a:solidFill>
                  <a:srgbClr val="102D3B"/>
                </a:solidFill>
                <a:latin typeface="Segoe UI"/>
                <a:ea typeface="Segoe UI"/>
                <a:cs typeface="Segoe UI"/>
              </a:defRPr>
            </a:lvl2pPr>
            <a:lvl3pPr>
              <a:defRPr sz="2100" b="0">
                <a:solidFill>
                  <a:srgbClr val="102D3B"/>
                </a:solidFill>
                <a:latin typeface="Segoe UI"/>
                <a:ea typeface="Segoe UI"/>
                <a:cs typeface="Segoe UI"/>
              </a:defRPr>
            </a:lvl3pPr>
            <a:lvl4pPr>
              <a:defRPr sz="2100" b="0">
                <a:solidFill>
                  <a:srgbClr val="102D3B"/>
                </a:solidFill>
                <a:latin typeface="Segoe UI"/>
                <a:ea typeface="Segoe UI"/>
                <a:cs typeface="Segoe UI"/>
              </a:defRPr>
            </a:lvl4pPr>
            <a:lvl5pPr>
              <a:defRPr sz="2100" b="0">
                <a:solidFill>
                  <a:srgbClr val="102D3B"/>
                </a:solidFill>
                <a:latin typeface="Segoe UI"/>
                <a:ea typeface="Segoe UI"/>
                <a:cs typeface="Segoe UI"/>
              </a:defRPr>
            </a:lvl5pPr>
            <a:lvl6pPr>
              <a:defRPr sz="2100" b="0">
                <a:solidFill>
                  <a:srgbClr val="102D3B"/>
                </a:solidFill>
                <a:latin typeface="Segoe UI"/>
                <a:ea typeface="Segoe UI"/>
                <a:cs typeface="Segoe UI"/>
              </a:defRPr>
            </a:lvl6pPr>
            <a:lvl7pPr>
              <a:defRPr sz="2100" b="0">
                <a:solidFill>
                  <a:srgbClr val="102D3B"/>
                </a:solidFill>
                <a:latin typeface="Segoe UI"/>
                <a:ea typeface="Segoe UI"/>
                <a:cs typeface="Segoe UI"/>
              </a:defRPr>
            </a:lvl7pPr>
            <a:lvl8pPr>
              <a:defRPr sz="2100" b="0">
                <a:solidFill>
                  <a:srgbClr val="102D3B"/>
                </a:solidFill>
                <a:latin typeface="Segoe UI"/>
                <a:ea typeface="Segoe UI"/>
                <a:cs typeface="Segoe UI"/>
              </a:defRPr>
            </a:lvl8pPr>
            <a:lvl9pPr>
              <a:defRPr sz="2100" b="0">
                <a:solidFill>
                  <a:srgbClr val="102D3B"/>
                </a:solidFill>
                <a:latin typeface="Segoe UI"/>
                <a:ea typeface="Segoe UI"/>
                <a:cs typeface="Segoe UI"/>
              </a:defRPr>
            </a:lvl9pPr>
          </a:lstStyle>
          <a:p xmlns:a="http://schemas.openxmlformats.org/drawingml/2006/main">
            <a:pPr>
              <a:defRPr sz="2100" b="0">
                <a:solidFill>
                  <a:srgbClr val="102D3B"/>
                </a:solidFill>
                <a:latin typeface="Segoe UI"/>
                <a:ea typeface="Segoe UI"/>
                <a:cs typeface="Segoe UI"/>
              </a:defRPr>
            </a:pPr>
            <a:r>
              <a:rPr sz="2100" b="0">
                <a:solidFill>
                  <a:srgbClr val="102D3B"/>
                </a:solidFill>
                <a:latin typeface="Segoe UI"/>
                <a:ea typeface="Segoe UI"/>
                <a:cs typeface="Segoe UI"/>
              </a:rPr>
              <a:t>Temel yöntem ve Mamdani politikası.</a:t>
            </a:r>
          </a:p>
          <a:p xmlns:a="http://schemas.openxmlformats.org/drawingml/2006/main">
            <a:pPr>
              <a:defRPr sz="2100" b="0">
                <a:solidFill>
                  <a:srgbClr val="102D3B"/>
                </a:solidFill>
                <a:latin typeface="Segoe UI"/>
                <a:ea typeface="Segoe UI"/>
                <a:cs typeface="Segoe UI"/>
              </a:defRPr>
            </a:pPr>
            <a:r>
              <a:rPr sz="2100" b="0">
                <a:solidFill>
                  <a:srgbClr val="102D3B"/>
                </a:solidFill>
                <a:latin typeface="Segoe UI"/>
                <a:ea typeface="Segoe UI"/>
                <a:cs typeface="Segoe UI"/>
              </a:rPr>
              <a:t>Bağlantı hızını 0,5 / 1 / 2 kat denedim.</a:t>
            </a:r>
          </a:p>
          <a:p xmlns:a="http://schemas.openxmlformats.org/drawingml/2006/main">
            <a:pPr>
              <a:defRPr sz="2100" b="0">
                <a:solidFill>
                  <a:srgbClr val="102D3B"/>
                </a:solidFill>
                <a:latin typeface="Segoe UI"/>
                <a:ea typeface="Segoe UI"/>
                <a:cs typeface="Segoe UI"/>
              </a:defRPr>
            </a:pPr>
            <a:r>
              <a:rPr sz="2100" b="0">
                <a:solidFill>
                  <a:srgbClr val="102D3B"/>
                </a:solidFill>
                <a:latin typeface="Segoe UI"/>
                <a:ea typeface="Segoe UI"/>
                <a:cs typeface="Segoe UI"/>
              </a:rPr>
              <a:t>Analitik çözümü ayrıca karşılaştırdım.</a:t>
            </a:r>
          </a:p>
        </p:txBody>
      </p:sp>
      <p:sp>
        <p:nvSpPr>
          <p:cNvPr id="16" name="">
            <a:extLst xmlns:a="http://schemas.openxmlformats.org/drawingml/2006/main">
              <a:ext uri="{FF2B5EF4-FFF2-40B4-BE49-F238E27FC236}">
                <a16:creationId xmlns:a16="http://schemas.microsoft.com/office/drawing/2014/main" id="{3F122443-3EC4-4E89-BB67-59585E546118}"/>
              </a:ext>
            </a:extLst>
          </p:cNvPr>
          <p:cNvSpPr>
            <a:spLocks xmlns:a="http://schemas.openxmlformats.org/drawingml/2006/main" noGrp="1"/>
          </p:cNvSpPr>
          <p:nvPr/>
        </p:nvSpPr>
        <p:spPr>
          <a:xfrm xmlns:a="http://schemas.openxmlformats.org/drawingml/2006/main">
            <a:off x="6457950" y="4038600"/>
            <a:ext cx="51911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117B78"/>
                </a:solidFill>
                <a:latin typeface="Segoe UI"/>
                <a:ea typeface="Segoe UI"/>
                <a:cs typeface="Segoe UI"/>
              </a:defRPr>
            </a:defPPr>
            <a:lvl1pPr>
              <a:defRPr sz="2400" b="1">
                <a:solidFill>
                  <a:srgbClr val="117B78"/>
                </a:solidFill>
                <a:latin typeface="Segoe UI"/>
                <a:ea typeface="Segoe UI"/>
                <a:cs typeface="Segoe UI"/>
              </a:defRPr>
            </a:lvl1pPr>
            <a:lvl2pPr>
              <a:defRPr sz="2400" b="1">
                <a:solidFill>
                  <a:srgbClr val="117B78"/>
                </a:solidFill>
                <a:latin typeface="Segoe UI"/>
                <a:ea typeface="Segoe UI"/>
                <a:cs typeface="Segoe UI"/>
              </a:defRPr>
            </a:lvl2pPr>
            <a:lvl3pPr>
              <a:defRPr sz="2400" b="1">
                <a:solidFill>
                  <a:srgbClr val="117B78"/>
                </a:solidFill>
                <a:latin typeface="Segoe UI"/>
                <a:ea typeface="Segoe UI"/>
                <a:cs typeface="Segoe UI"/>
              </a:defRPr>
            </a:lvl3pPr>
            <a:lvl4pPr>
              <a:defRPr sz="2400" b="1">
                <a:solidFill>
                  <a:srgbClr val="117B78"/>
                </a:solidFill>
                <a:latin typeface="Segoe UI"/>
                <a:ea typeface="Segoe UI"/>
                <a:cs typeface="Segoe UI"/>
              </a:defRPr>
            </a:lvl4pPr>
            <a:lvl5pPr>
              <a:defRPr sz="2400" b="1">
                <a:solidFill>
                  <a:srgbClr val="117B78"/>
                </a:solidFill>
                <a:latin typeface="Segoe UI"/>
                <a:ea typeface="Segoe UI"/>
                <a:cs typeface="Segoe UI"/>
              </a:defRPr>
            </a:lvl5pPr>
            <a:lvl6pPr>
              <a:defRPr sz="2400" b="1">
                <a:solidFill>
                  <a:srgbClr val="117B78"/>
                </a:solidFill>
                <a:latin typeface="Segoe UI"/>
                <a:ea typeface="Segoe UI"/>
                <a:cs typeface="Segoe UI"/>
              </a:defRPr>
            </a:lvl6pPr>
            <a:lvl7pPr>
              <a:defRPr sz="2400" b="1">
                <a:solidFill>
                  <a:srgbClr val="117B78"/>
                </a:solidFill>
                <a:latin typeface="Segoe UI"/>
                <a:ea typeface="Segoe UI"/>
                <a:cs typeface="Segoe UI"/>
              </a:defRPr>
            </a:lvl7pPr>
            <a:lvl8pPr>
              <a:defRPr sz="2400" b="1">
                <a:solidFill>
                  <a:srgbClr val="117B78"/>
                </a:solidFill>
                <a:latin typeface="Segoe UI"/>
                <a:ea typeface="Segoe UI"/>
                <a:cs typeface="Segoe UI"/>
              </a:defRPr>
            </a:lvl8pPr>
            <a:lvl9pPr>
              <a:defRPr sz="2400" b="1">
                <a:solidFill>
                  <a:srgbClr val="117B78"/>
                </a:solidFill>
                <a:latin typeface="Segoe UI"/>
                <a:ea typeface="Segoe UI"/>
                <a:cs typeface="Segoe UI"/>
              </a:defRPr>
            </a:lvl9pPr>
          </a:lstStyle>
          <a:p xmlns:a="http://schemas.openxmlformats.org/drawingml/2006/main">
            <a:pPr>
              <a:defRPr sz="2400" b="1">
                <a:solidFill>
                  <a:srgbClr val="117B78"/>
                </a:solidFill>
                <a:latin typeface="Segoe UI"/>
                <a:ea typeface="Segoe UI"/>
                <a:cs typeface="Segoe UI"/>
              </a:defRPr>
            </a:pPr>
            <a:r>
              <a:rPr sz="2400" b="1">
                <a:solidFill>
                  <a:srgbClr val="117B78"/>
                </a:solidFill>
                <a:latin typeface="Segoe UI"/>
                <a:ea typeface="Segoe UI"/>
                <a:cs typeface="Segoe UI"/>
              </a:rPr>
              <a:t>Nasıl karşılaştırdım?</a:t>
            </a:r>
          </a:p>
        </p:txBody>
      </p:sp>
      <p:sp>
        <p:nvSpPr>
          <p:cNvPr id="17" name="">
            <a:extLst xmlns:a="http://schemas.openxmlformats.org/drawingml/2006/main">
              <a:ext uri="{FF2B5EF4-FFF2-40B4-BE49-F238E27FC236}">
                <a16:creationId xmlns:a16="http://schemas.microsoft.com/office/drawing/2014/main" id="{6654B709-866C-405D-B7AD-7F1731B49652}"/>
              </a:ext>
            </a:extLst>
          </p:cNvPr>
          <p:cNvSpPr>
            <a:spLocks xmlns:a="http://schemas.openxmlformats.org/drawingml/2006/main" noGrp="1"/>
          </p:cNvSpPr>
          <p:nvPr/>
        </p:nvSpPr>
        <p:spPr>
          <a:xfrm xmlns:a="http://schemas.openxmlformats.org/drawingml/2006/main">
            <a:off x="6457950" y="4581525"/>
            <a:ext cx="5191125" cy="1276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102D3B"/>
                </a:solidFill>
                <a:latin typeface="Segoe UI"/>
                <a:ea typeface="Segoe UI"/>
                <a:cs typeface="Segoe UI"/>
              </a:defRPr>
            </a:defPPr>
            <a:lvl1pPr>
              <a:defRPr sz="2100" b="0">
                <a:solidFill>
                  <a:srgbClr val="102D3B"/>
                </a:solidFill>
                <a:latin typeface="Segoe UI"/>
                <a:ea typeface="Segoe UI"/>
                <a:cs typeface="Segoe UI"/>
              </a:defRPr>
            </a:lvl1pPr>
            <a:lvl2pPr>
              <a:defRPr sz="2100" b="0">
                <a:solidFill>
                  <a:srgbClr val="102D3B"/>
                </a:solidFill>
                <a:latin typeface="Segoe UI"/>
                <a:ea typeface="Segoe UI"/>
                <a:cs typeface="Segoe UI"/>
              </a:defRPr>
            </a:lvl2pPr>
            <a:lvl3pPr>
              <a:defRPr sz="2100" b="0">
                <a:solidFill>
                  <a:srgbClr val="102D3B"/>
                </a:solidFill>
                <a:latin typeface="Segoe UI"/>
                <a:ea typeface="Segoe UI"/>
                <a:cs typeface="Segoe UI"/>
              </a:defRPr>
            </a:lvl3pPr>
            <a:lvl4pPr>
              <a:defRPr sz="2100" b="0">
                <a:solidFill>
                  <a:srgbClr val="102D3B"/>
                </a:solidFill>
                <a:latin typeface="Segoe UI"/>
                <a:ea typeface="Segoe UI"/>
                <a:cs typeface="Segoe UI"/>
              </a:defRPr>
            </a:lvl4pPr>
            <a:lvl5pPr>
              <a:defRPr sz="2100" b="0">
                <a:solidFill>
                  <a:srgbClr val="102D3B"/>
                </a:solidFill>
                <a:latin typeface="Segoe UI"/>
                <a:ea typeface="Segoe UI"/>
                <a:cs typeface="Segoe UI"/>
              </a:defRPr>
            </a:lvl5pPr>
            <a:lvl6pPr>
              <a:defRPr sz="2100" b="0">
                <a:solidFill>
                  <a:srgbClr val="102D3B"/>
                </a:solidFill>
                <a:latin typeface="Segoe UI"/>
                <a:ea typeface="Segoe UI"/>
                <a:cs typeface="Segoe UI"/>
              </a:defRPr>
            </a:lvl6pPr>
            <a:lvl7pPr>
              <a:defRPr sz="2100" b="0">
                <a:solidFill>
                  <a:srgbClr val="102D3B"/>
                </a:solidFill>
                <a:latin typeface="Segoe UI"/>
                <a:ea typeface="Segoe UI"/>
                <a:cs typeface="Segoe UI"/>
              </a:defRPr>
            </a:lvl7pPr>
            <a:lvl8pPr>
              <a:defRPr sz="2100" b="0">
                <a:solidFill>
                  <a:srgbClr val="102D3B"/>
                </a:solidFill>
                <a:latin typeface="Segoe UI"/>
                <a:ea typeface="Segoe UI"/>
                <a:cs typeface="Segoe UI"/>
              </a:defRPr>
            </a:lvl8pPr>
            <a:lvl9pPr>
              <a:defRPr sz="2100" b="0">
                <a:solidFill>
                  <a:srgbClr val="102D3B"/>
                </a:solidFill>
                <a:latin typeface="Segoe UI"/>
                <a:ea typeface="Segoe UI"/>
                <a:cs typeface="Segoe UI"/>
              </a:defRPr>
            </a:lvl9pPr>
          </a:lstStyle>
          <a:p xmlns:a="http://schemas.openxmlformats.org/drawingml/2006/main">
            <a:pPr>
              <a:defRPr sz="2100" b="0">
                <a:solidFill>
                  <a:srgbClr val="102D3B"/>
                </a:solidFill>
                <a:latin typeface="Segoe UI"/>
                <a:ea typeface="Segoe UI"/>
                <a:cs typeface="Segoe UI"/>
              </a:defRPr>
            </a:pPr>
            <a:r>
              <a:rPr sz="2100" b="0">
                <a:solidFill>
                  <a:srgbClr val="102D3B"/>
                </a:solidFill>
                <a:latin typeface="Segoe UI"/>
                <a:ea typeface="Segoe UI"/>
                <a:cs typeface="Segoe UI"/>
              </a:rPr>
              <a:t>Yöntemlere aynı görev ve kaynakları verdim.</a:t>
            </a:r>
          </a:p>
          <a:p xmlns:a="http://schemas.openxmlformats.org/drawingml/2006/main">
            <a:pPr>
              <a:defRPr sz="2100" b="0">
                <a:solidFill>
                  <a:srgbClr val="102D3B"/>
                </a:solidFill>
                <a:latin typeface="Segoe UI"/>
                <a:ea typeface="Segoe UI"/>
                <a:cs typeface="Segoe UI"/>
              </a:defRPr>
            </a:pPr>
            <a:r>
              <a:rPr sz="2100" b="0">
                <a:solidFill>
                  <a:srgbClr val="102D3B"/>
                </a:solidFill>
                <a:latin typeface="Segoe UI"/>
                <a:ea typeface="Segoe UI"/>
                <a:cs typeface="Segoe UI"/>
              </a:rPr>
              <a:t>Süreyi, model riskini ve F’yi izledim.</a:t>
            </a:r>
          </a:p>
          <a:p xmlns:a="http://schemas.openxmlformats.org/drawingml/2006/main">
            <a:pPr>
              <a:defRPr sz="2100" b="0">
                <a:solidFill>
                  <a:srgbClr val="102D3B"/>
                </a:solidFill>
                <a:latin typeface="Segoe UI"/>
                <a:ea typeface="Segoe UI"/>
                <a:cs typeface="Segoe UI"/>
              </a:defRPr>
            </a:pPr>
            <a:r>
              <a:rPr sz="2100" b="0">
                <a:solidFill>
                  <a:srgbClr val="102D3B"/>
                </a:solidFill>
                <a:latin typeface="Segoe UI"/>
                <a:ea typeface="Segoe UI"/>
                <a:cs typeface="Segoe UI"/>
              </a:rPr>
              <a:t>Rastgele aramaları tekrar ettim.</a:t>
            </a:r>
          </a:p>
        </p:txBody>
      </p:sp>
      <p:sp>
        <p:nvSpPr>
          <p:cNvPr id="18" name="">
            <a:extLst xmlns:a="http://schemas.openxmlformats.org/drawingml/2006/main">
              <a:ext uri="{FF2B5EF4-FFF2-40B4-BE49-F238E27FC236}">
                <a16:creationId xmlns:a16="http://schemas.microsoft.com/office/drawing/2014/main" id="{979E081D-1F0E-4A45-9508-FDAA3DEAD83B}"/>
              </a:ext>
            </a:extLst>
          </p:cNvPr>
          <p:cNvSpPr>
            <a:spLocks xmlns:a="http://schemas.openxmlformats.org/drawingml/2006/main" noGrp="1"/>
          </p:cNvSpPr>
          <p:nvPr/>
        </p:nvSpPr>
        <p:spPr>
          <a:xfrm xmlns:a="http://schemas.openxmlformats.org/drawingml/2006/main">
            <a:off x="628650" y="6067425"/>
            <a:ext cx="10763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57717A"/>
                </a:solidFill>
                <a:latin typeface="Segoe UI"/>
                <a:ea typeface="Segoe UI"/>
                <a:cs typeface="Segoe UI"/>
              </a:defRPr>
            </a:defPPr>
            <a:lvl1pPr>
              <a:defRPr sz="1800" b="0">
                <a:solidFill>
                  <a:srgbClr val="57717A"/>
                </a:solidFill>
                <a:latin typeface="Segoe UI"/>
                <a:ea typeface="Segoe UI"/>
                <a:cs typeface="Segoe UI"/>
              </a:defRPr>
            </a:lvl1pPr>
            <a:lvl2pPr>
              <a:defRPr sz="1800" b="0">
                <a:solidFill>
                  <a:srgbClr val="57717A"/>
                </a:solidFill>
                <a:latin typeface="Segoe UI"/>
                <a:ea typeface="Segoe UI"/>
                <a:cs typeface="Segoe UI"/>
              </a:defRPr>
            </a:lvl2pPr>
            <a:lvl3pPr>
              <a:defRPr sz="1800" b="0">
                <a:solidFill>
                  <a:srgbClr val="57717A"/>
                </a:solidFill>
                <a:latin typeface="Segoe UI"/>
                <a:ea typeface="Segoe UI"/>
                <a:cs typeface="Segoe UI"/>
              </a:defRPr>
            </a:lvl3pPr>
            <a:lvl4pPr>
              <a:defRPr sz="1800" b="0">
                <a:solidFill>
                  <a:srgbClr val="57717A"/>
                </a:solidFill>
                <a:latin typeface="Segoe UI"/>
                <a:ea typeface="Segoe UI"/>
                <a:cs typeface="Segoe UI"/>
              </a:defRPr>
            </a:lvl4pPr>
            <a:lvl5pPr>
              <a:defRPr sz="1800" b="0">
                <a:solidFill>
                  <a:srgbClr val="57717A"/>
                </a:solidFill>
                <a:latin typeface="Segoe UI"/>
                <a:ea typeface="Segoe UI"/>
                <a:cs typeface="Segoe UI"/>
              </a:defRPr>
            </a:lvl5pPr>
            <a:lvl6pPr>
              <a:defRPr sz="1800" b="0">
                <a:solidFill>
                  <a:srgbClr val="57717A"/>
                </a:solidFill>
                <a:latin typeface="Segoe UI"/>
                <a:ea typeface="Segoe UI"/>
                <a:cs typeface="Segoe UI"/>
              </a:defRPr>
            </a:lvl6pPr>
            <a:lvl7pPr>
              <a:defRPr sz="1800" b="0">
                <a:solidFill>
                  <a:srgbClr val="57717A"/>
                </a:solidFill>
                <a:latin typeface="Segoe UI"/>
                <a:ea typeface="Segoe UI"/>
                <a:cs typeface="Segoe UI"/>
              </a:defRPr>
            </a:lvl7pPr>
            <a:lvl8pPr>
              <a:defRPr sz="1800" b="0">
                <a:solidFill>
                  <a:srgbClr val="57717A"/>
                </a:solidFill>
                <a:latin typeface="Segoe UI"/>
                <a:ea typeface="Segoe UI"/>
                <a:cs typeface="Segoe UI"/>
              </a:defRPr>
            </a:lvl8pPr>
            <a:lvl9pPr>
              <a:defRPr sz="1800" b="0">
                <a:solidFill>
                  <a:srgbClr val="57717A"/>
                </a:solidFill>
                <a:latin typeface="Segoe UI"/>
                <a:ea typeface="Segoe UI"/>
                <a:cs typeface="Segoe UI"/>
              </a:defRPr>
            </a:lvl9pPr>
          </a:lstStyle>
          <a:p xmlns:a="http://schemas.openxmlformats.org/drawingml/2006/main">
            <a:pPr>
              <a:defRPr sz="1800" b="0">
                <a:solidFill>
                  <a:srgbClr val="57717A"/>
                </a:solidFill>
                <a:latin typeface="Segoe UI"/>
                <a:ea typeface="Segoe UI"/>
                <a:cs typeface="Segoe UI"/>
              </a:defRPr>
            </a:pPr>
            <a:r>
              <a:rPr sz="1800" b="0">
                <a:solidFill>
                  <a:srgbClr val="57717A"/>
                </a:solidFill>
                <a:latin typeface="Segoe UI"/>
                <a:ea typeface="Segoe UI"/>
                <a:cs typeface="Segoe UI"/>
              </a:rPr>
              <a:t>Arama tekrarları, beş bağımsız veri setinin sayısını artırmaz</a:t>
            </a:r>
          </a:p>
        </p:txBody>
      </p:sp>
    </p:spTree>
    <p:extLst>
      <p:ext uri="{BB962C8B-B14F-4D97-AF65-F5344CB8AC3E}">
        <p14:creationId xmlns:p14="http://schemas.microsoft.com/office/powerpoint/2010/main" val="2115286143"/>
      </p:ext>
    </p:extLst>
  </p:cSld>
</p:sld>
</file>

<file path=ppt/slides/slide13.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6E644DC5-57EB-4ADB-8BA2-01534894809B}"/>
              </a:ext>
            </a:extLst>
          </p:cNvPr>
          <p:cNvPicPr>
            <a:picLocks xmlns:a="http://schemas.openxmlformats.org/drawingml/2006/main" noChangeAspect="1"/>
          </p:cNvPicPr>
          <p:nvPr/>
        </p:nvPicPr>
        <p:blipFill>
          <a:blip xmlns:r="http://schemas.openxmlformats.org/officeDocument/2006/relationships" xmlns:a="http://schemas.openxmlformats.org/drawingml/2006/main" r:embed="R2e07c8ddc21a48da"/>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3" name="title">
            <a:extLst xmlns:a="http://schemas.openxmlformats.org/drawingml/2006/main">
              <a:ext uri="{FF2B5EF4-FFF2-40B4-BE49-F238E27FC236}">
                <a16:creationId xmlns:a16="http://schemas.microsoft.com/office/drawing/2014/main" id="{3A495428-A222-4972-8ABC-1E587FB0AF7E}"/>
              </a:ext>
            </a:extLst>
          </p:cNvPr>
          <p:cNvSpPr>
            <a:spLocks xmlns:a="http://schemas.openxmlformats.org/drawingml/2006/main" noGrp="1"/>
          </p:cNvSpPr>
          <p:nvPr/>
        </p:nvSpPr>
        <p:spPr>
          <a:xfrm xmlns:a="http://schemas.openxmlformats.org/drawingml/2006/main">
            <a:off x="628650" y="457200"/>
            <a:ext cx="109347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600" b="1">
                <a:solidFill>
                  <a:srgbClr val="102D3B"/>
                </a:solidFill>
                <a:latin typeface="Segoe UI"/>
                <a:ea typeface="Segoe UI"/>
                <a:cs typeface="Segoe UI"/>
              </a:defRPr>
            </a:defPPr>
            <a:lvl1pPr>
              <a:defRPr sz="3600" b="1">
                <a:solidFill>
                  <a:srgbClr val="102D3B"/>
                </a:solidFill>
                <a:latin typeface="Segoe UI"/>
                <a:ea typeface="Segoe UI"/>
                <a:cs typeface="Segoe UI"/>
              </a:defRPr>
            </a:lvl1pPr>
            <a:lvl2pPr>
              <a:defRPr sz="3600" b="1">
                <a:solidFill>
                  <a:srgbClr val="102D3B"/>
                </a:solidFill>
                <a:latin typeface="Segoe UI"/>
                <a:ea typeface="Segoe UI"/>
                <a:cs typeface="Segoe UI"/>
              </a:defRPr>
            </a:lvl2pPr>
            <a:lvl3pPr>
              <a:defRPr sz="3600" b="1">
                <a:solidFill>
                  <a:srgbClr val="102D3B"/>
                </a:solidFill>
                <a:latin typeface="Segoe UI"/>
                <a:ea typeface="Segoe UI"/>
                <a:cs typeface="Segoe UI"/>
              </a:defRPr>
            </a:lvl3pPr>
            <a:lvl4pPr>
              <a:defRPr sz="3600" b="1">
                <a:solidFill>
                  <a:srgbClr val="102D3B"/>
                </a:solidFill>
                <a:latin typeface="Segoe UI"/>
                <a:ea typeface="Segoe UI"/>
                <a:cs typeface="Segoe UI"/>
              </a:defRPr>
            </a:lvl4pPr>
            <a:lvl5pPr>
              <a:defRPr sz="3600" b="1">
                <a:solidFill>
                  <a:srgbClr val="102D3B"/>
                </a:solidFill>
                <a:latin typeface="Segoe UI"/>
                <a:ea typeface="Segoe UI"/>
                <a:cs typeface="Segoe UI"/>
              </a:defRPr>
            </a:lvl5pPr>
            <a:lvl6pPr>
              <a:defRPr sz="3600" b="1">
                <a:solidFill>
                  <a:srgbClr val="102D3B"/>
                </a:solidFill>
                <a:latin typeface="Segoe UI"/>
                <a:ea typeface="Segoe UI"/>
                <a:cs typeface="Segoe UI"/>
              </a:defRPr>
            </a:lvl6pPr>
            <a:lvl7pPr>
              <a:defRPr sz="3600" b="1">
                <a:solidFill>
                  <a:srgbClr val="102D3B"/>
                </a:solidFill>
                <a:latin typeface="Segoe UI"/>
                <a:ea typeface="Segoe UI"/>
                <a:cs typeface="Segoe UI"/>
              </a:defRPr>
            </a:lvl7pPr>
            <a:lvl8pPr>
              <a:defRPr sz="3600" b="1">
                <a:solidFill>
                  <a:srgbClr val="102D3B"/>
                </a:solidFill>
                <a:latin typeface="Segoe UI"/>
                <a:ea typeface="Segoe UI"/>
                <a:cs typeface="Segoe UI"/>
              </a:defRPr>
            </a:lvl8pPr>
            <a:lvl9pPr>
              <a:defRPr sz="3600" b="1">
                <a:solidFill>
                  <a:srgbClr val="102D3B"/>
                </a:solidFill>
                <a:latin typeface="Segoe UI"/>
                <a:ea typeface="Segoe UI"/>
                <a:cs typeface="Segoe UI"/>
              </a:defRPr>
            </a:lvl9pPr>
          </a:lstStyle>
          <a:p xmlns:a="http://schemas.openxmlformats.org/drawingml/2006/main">
            <a:pPr>
              <a:defRPr sz="3600" b="1">
                <a:solidFill>
                  <a:srgbClr val="102D3B"/>
                </a:solidFill>
                <a:latin typeface="Segoe UI"/>
                <a:ea typeface="Segoe UI"/>
                <a:cs typeface="Segoe UI"/>
              </a:defRPr>
            </a:pPr>
            <a:r>
              <a:rPr sz="3600" b="1">
                <a:solidFill>
                  <a:srgbClr val="102D3B"/>
                </a:solidFill>
                <a:latin typeface="Segoe UI"/>
                <a:ea typeface="Segoe UI"/>
                <a:cs typeface="Segoe UI"/>
              </a:rPr>
              <a:t>Temel yöntemin sonucu</a:t>
            </a:r>
          </a:p>
        </p:txBody>
      </p:sp>
      <p:sp>
        <p:nvSpPr>
          <p:cNvPr id="4" name="page">
            <a:extLst xmlns:a="http://schemas.openxmlformats.org/drawingml/2006/main">
              <a:ext uri="{FF2B5EF4-FFF2-40B4-BE49-F238E27FC236}">
                <a16:creationId xmlns:a16="http://schemas.microsoft.com/office/drawing/2014/main" id="{8957E457-EA2A-44E9-A05A-A458A2915FAA}"/>
              </a:ext>
            </a:extLst>
          </p:cNvPr>
          <p:cNvSpPr>
            <a:spLocks xmlns:a="http://schemas.openxmlformats.org/drawingml/2006/main" noGrp="1"/>
          </p:cNvSpPr>
          <p:nvPr/>
        </p:nvSpPr>
        <p:spPr>
          <a:xfrm xmlns:a="http://schemas.openxmlformats.org/drawingml/2006/main">
            <a:off x="11182350" y="6334125"/>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57717A"/>
                </a:solidFill>
                <a:latin typeface="Segoe UI"/>
                <a:ea typeface="Segoe UI"/>
                <a:cs typeface="Segoe UI"/>
              </a:defRPr>
            </a:defPPr>
            <a:lvl1pPr>
              <a:defRPr sz="1575" b="0">
                <a:solidFill>
                  <a:srgbClr val="57717A"/>
                </a:solidFill>
                <a:latin typeface="Segoe UI"/>
                <a:ea typeface="Segoe UI"/>
                <a:cs typeface="Segoe UI"/>
              </a:defRPr>
            </a:lvl1pPr>
            <a:lvl2pPr>
              <a:defRPr sz="1575" b="0">
                <a:solidFill>
                  <a:srgbClr val="57717A"/>
                </a:solidFill>
                <a:latin typeface="Segoe UI"/>
                <a:ea typeface="Segoe UI"/>
                <a:cs typeface="Segoe UI"/>
              </a:defRPr>
            </a:lvl2pPr>
            <a:lvl3pPr>
              <a:defRPr sz="1575" b="0">
                <a:solidFill>
                  <a:srgbClr val="57717A"/>
                </a:solidFill>
                <a:latin typeface="Segoe UI"/>
                <a:ea typeface="Segoe UI"/>
                <a:cs typeface="Segoe UI"/>
              </a:defRPr>
            </a:lvl3pPr>
            <a:lvl4pPr>
              <a:defRPr sz="1575" b="0">
                <a:solidFill>
                  <a:srgbClr val="57717A"/>
                </a:solidFill>
                <a:latin typeface="Segoe UI"/>
                <a:ea typeface="Segoe UI"/>
                <a:cs typeface="Segoe UI"/>
              </a:defRPr>
            </a:lvl4pPr>
            <a:lvl5pPr>
              <a:defRPr sz="1575" b="0">
                <a:solidFill>
                  <a:srgbClr val="57717A"/>
                </a:solidFill>
                <a:latin typeface="Segoe UI"/>
                <a:ea typeface="Segoe UI"/>
                <a:cs typeface="Segoe UI"/>
              </a:defRPr>
            </a:lvl5pPr>
            <a:lvl6pPr>
              <a:defRPr sz="1575" b="0">
                <a:solidFill>
                  <a:srgbClr val="57717A"/>
                </a:solidFill>
                <a:latin typeface="Segoe UI"/>
                <a:ea typeface="Segoe UI"/>
                <a:cs typeface="Segoe UI"/>
              </a:defRPr>
            </a:lvl6pPr>
            <a:lvl7pPr>
              <a:defRPr sz="1575" b="0">
                <a:solidFill>
                  <a:srgbClr val="57717A"/>
                </a:solidFill>
                <a:latin typeface="Segoe UI"/>
                <a:ea typeface="Segoe UI"/>
                <a:cs typeface="Segoe UI"/>
              </a:defRPr>
            </a:lvl7pPr>
            <a:lvl8pPr>
              <a:defRPr sz="1575" b="0">
                <a:solidFill>
                  <a:srgbClr val="57717A"/>
                </a:solidFill>
                <a:latin typeface="Segoe UI"/>
                <a:ea typeface="Segoe UI"/>
                <a:cs typeface="Segoe UI"/>
              </a:defRPr>
            </a:lvl8pPr>
            <a:lvl9pPr>
              <a:defRPr sz="1575" b="0">
                <a:solidFill>
                  <a:srgbClr val="57717A"/>
                </a:solidFill>
                <a:latin typeface="Segoe UI"/>
                <a:ea typeface="Segoe UI"/>
                <a:cs typeface="Segoe UI"/>
              </a:defRPr>
            </a:lvl9pPr>
          </a:lstStyle>
          <a:p xmlns:a="http://schemas.openxmlformats.org/drawingml/2006/main">
            <a:pPr>
              <a:defRPr sz="1575" b="0">
                <a:solidFill>
                  <a:srgbClr val="57717A"/>
                </a:solidFill>
                <a:latin typeface="Segoe UI"/>
                <a:ea typeface="Segoe UI"/>
                <a:cs typeface="Segoe UI"/>
              </a:defRPr>
            </a:pPr>
            <a:r>
              <a:rPr sz="1575" b="0">
                <a:solidFill>
                  <a:srgbClr val="57717A"/>
                </a:solidFill>
                <a:latin typeface="Segoe UI"/>
                <a:ea typeface="Segoe UI"/>
                <a:cs typeface="Segoe UI"/>
              </a:rPr>
              <a:t>13</a:t>
            </a:r>
          </a:p>
        </p:txBody>
      </p:sp>
      <p:graphicFrame>
        <p:nvGraphicFramePr>
          <p:cNvPr id="5" name="Chart">
            <a:extLst xmlns:a="http://schemas.openxmlformats.org/drawingml/2006/main">
              <a:ext uri="{FF2B5EF4-FFF2-40B4-BE49-F238E27FC236}">
                <a16:creationId xmlns:a16="http://schemas.microsoft.com/office/drawing/2014/main" id="{A655FC6F-E09A-4663-A395-8750A524A56B}"/>
              </a:ext>
            </a:extLst>
          </p:cNvPr>
          <p:cNvGraphicFramePr/>
          <p:nvPr/>
        </p:nvGraphicFramePr>
        <p:xfrm>
          <a:off xmlns:a="http://schemas.openxmlformats.org/drawingml/2006/main" x="628650" y="1971675"/>
          <a:ext xmlns:a="http://schemas.openxmlformats.org/drawingml/2006/main" cx="7286625" cy="3667125"/>
        </p:xfrm>
        <a:graphic xmlns:a="http://schemas.openxmlformats.org/drawingml/2006/main">
          <a:graphicData uri="http://schemas.openxmlformats.org/drawingml/2006/chart">
            <c:chart xmlns:r="http://schemas.openxmlformats.org/officeDocument/2006/relationships" xmlns:c="http://schemas.openxmlformats.org/drawingml/2006/chart" r:id="Rabcbc005d4b94f2f"/>
          </a:graphicData>
        </a:graphic>
      </p:graphicFrame>
      <p:sp>
        <p:nvSpPr>
          <p:cNvPr id="6" name="">
            <a:extLst xmlns:a="http://schemas.openxmlformats.org/drawingml/2006/main">
              <a:ext uri="{FF2B5EF4-FFF2-40B4-BE49-F238E27FC236}">
                <a16:creationId xmlns:a16="http://schemas.microsoft.com/office/drawing/2014/main" id="{84DACCBC-0CB5-4DEF-9212-567B82E08204}"/>
              </a:ext>
            </a:extLst>
          </p:cNvPr>
          <p:cNvSpPr>
            <a:spLocks xmlns:a="http://schemas.openxmlformats.org/drawingml/2006/main" noGrp="1"/>
          </p:cNvSpPr>
          <p:nvPr/>
        </p:nvSpPr>
        <p:spPr>
          <a:xfrm xmlns:a="http://schemas.openxmlformats.org/drawingml/2006/main">
            <a:off x="8334375" y="2352675"/>
            <a:ext cx="323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875" b="1">
                <a:solidFill>
                  <a:srgbClr val="117B78"/>
                </a:solidFill>
                <a:latin typeface="Segoe UI"/>
                <a:ea typeface="Segoe UI"/>
                <a:cs typeface="Segoe UI"/>
              </a:defRPr>
            </a:defPPr>
            <a:lvl1pPr>
              <a:defRPr sz="4875" b="1">
                <a:solidFill>
                  <a:srgbClr val="117B78"/>
                </a:solidFill>
                <a:latin typeface="Segoe UI"/>
                <a:ea typeface="Segoe UI"/>
                <a:cs typeface="Segoe UI"/>
              </a:defRPr>
            </a:lvl1pPr>
            <a:lvl2pPr>
              <a:defRPr sz="4875" b="1">
                <a:solidFill>
                  <a:srgbClr val="117B78"/>
                </a:solidFill>
                <a:latin typeface="Segoe UI"/>
                <a:ea typeface="Segoe UI"/>
                <a:cs typeface="Segoe UI"/>
              </a:defRPr>
            </a:lvl2pPr>
            <a:lvl3pPr>
              <a:defRPr sz="4875" b="1">
                <a:solidFill>
                  <a:srgbClr val="117B78"/>
                </a:solidFill>
                <a:latin typeface="Segoe UI"/>
                <a:ea typeface="Segoe UI"/>
                <a:cs typeface="Segoe UI"/>
              </a:defRPr>
            </a:lvl3pPr>
            <a:lvl4pPr>
              <a:defRPr sz="4875" b="1">
                <a:solidFill>
                  <a:srgbClr val="117B78"/>
                </a:solidFill>
                <a:latin typeface="Segoe UI"/>
                <a:ea typeface="Segoe UI"/>
                <a:cs typeface="Segoe UI"/>
              </a:defRPr>
            </a:lvl4pPr>
            <a:lvl5pPr>
              <a:defRPr sz="4875" b="1">
                <a:solidFill>
                  <a:srgbClr val="117B78"/>
                </a:solidFill>
                <a:latin typeface="Segoe UI"/>
                <a:ea typeface="Segoe UI"/>
                <a:cs typeface="Segoe UI"/>
              </a:defRPr>
            </a:lvl5pPr>
            <a:lvl6pPr>
              <a:defRPr sz="4875" b="1">
                <a:solidFill>
                  <a:srgbClr val="117B78"/>
                </a:solidFill>
                <a:latin typeface="Segoe UI"/>
                <a:ea typeface="Segoe UI"/>
                <a:cs typeface="Segoe UI"/>
              </a:defRPr>
            </a:lvl6pPr>
            <a:lvl7pPr>
              <a:defRPr sz="4875" b="1">
                <a:solidFill>
                  <a:srgbClr val="117B78"/>
                </a:solidFill>
                <a:latin typeface="Segoe UI"/>
                <a:ea typeface="Segoe UI"/>
                <a:cs typeface="Segoe UI"/>
              </a:defRPr>
            </a:lvl7pPr>
            <a:lvl8pPr>
              <a:defRPr sz="4875" b="1">
                <a:solidFill>
                  <a:srgbClr val="117B78"/>
                </a:solidFill>
                <a:latin typeface="Segoe UI"/>
                <a:ea typeface="Segoe UI"/>
                <a:cs typeface="Segoe UI"/>
              </a:defRPr>
            </a:lvl8pPr>
            <a:lvl9pPr>
              <a:defRPr sz="4875" b="1">
                <a:solidFill>
                  <a:srgbClr val="117B78"/>
                </a:solidFill>
                <a:latin typeface="Segoe UI"/>
                <a:ea typeface="Segoe UI"/>
                <a:cs typeface="Segoe UI"/>
              </a:defRPr>
            </a:lvl9pPr>
          </a:lstStyle>
          <a:p xmlns:a="http://schemas.openxmlformats.org/drawingml/2006/main">
            <a:pPr>
              <a:defRPr sz="4875" b="1">
                <a:solidFill>
                  <a:srgbClr val="117B78"/>
                </a:solidFill>
                <a:latin typeface="Segoe UI"/>
                <a:ea typeface="Segoe UI"/>
                <a:cs typeface="Segoe UI"/>
              </a:defRPr>
            </a:pPr>
            <a:r>
              <a:rPr sz="4875" b="1">
                <a:solidFill>
                  <a:srgbClr val="117B78"/>
                </a:solidFill>
                <a:latin typeface="Segoe UI"/>
                <a:ea typeface="Segoe UI"/>
                <a:cs typeface="Segoe UI"/>
              </a:rPr>
              <a:t>%0,47</a:t>
            </a:r>
          </a:p>
        </p:txBody>
      </p:sp>
      <p:sp>
        <p:nvSpPr>
          <p:cNvPr id="7" name="">
            <a:extLst xmlns:a="http://schemas.openxmlformats.org/drawingml/2006/main">
              <a:ext uri="{FF2B5EF4-FFF2-40B4-BE49-F238E27FC236}">
                <a16:creationId xmlns:a16="http://schemas.microsoft.com/office/drawing/2014/main" id="{05F9EC0C-92E2-4172-86BD-809A9948F624}"/>
              </a:ext>
            </a:extLst>
          </p:cNvPr>
          <p:cNvSpPr>
            <a:spLocks xmlns:a="http://schemas.openxmlformats.org/drawingml/2006/main" noGrp="1"/>
          </p:cNvSpPr>
          <p:nvPr/>
        </p:nvSpPr>
        <p:spPr>
          <a:xfrm xmlns:a="http://schemas.openxmlformats.org/drawingml/2006/main">
            <a:off x="8334375" y="3571875"/>
            <a:ext cx="323850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102D3B"/>
                </a:solidFill>
                <a:latin typeface="Segoe UI"/>
                <a:ea typeface="Segoe UI"/>
                <a:cs typeface="Segoe UI"/>
              </a:defRPr>
            </a:defPPr>
            <a:lvl1pPr>
              <a:defRPr sz="2325" b="1">
                <a:solidFill>
                  <a:srgbClr val="102D3B"/>
                </a:solidFill>
                <a:latin typeface="Segoe UI"/>
                <a:ea typeface="Segoe UI"/>
                <a:cs typeface="Segoe UI"/>
              </a:defRPr>
            </a:lvl1pPr>
            <a:lvl2pPr>
              <a:defRPr sz="2325" b="1">
                <a:solidFill>
                  <a:srgbClr val="102D3B"/>
                </a:solidFill>
                <a:latin typeface="Segoe UI"/>
                <a:ea typeface="Segoe UI"/>
                <a:cs typeface="Segoe UI"/>
              </a:defRPr>
            </a:lvl2pPr>
            <a:lvl3pPr>
              <a:defRPr sz="2325" b="1">
                <a:solidFill>
                  <a:srgbClr val="102D3B"/>
                </a:solidFill>
                <a:latin typeface="Segoe UI"/>
                <a:ea typeface="Segoe UI"/>
                <a:cs typeface="Segoe UI"/>
              </a:defRPr>
            </a:lvl3pPr>
            <a:lvl4pPr>
              <a:defRPr sz="2325" b="1">
                <a:solidFill>
                  <a:srgbClr val="102D3B"/>
                </a:solidFill>
                <a:latin typeface="Segoe UI"/>
                <a:ea typeface="Segoe UI"/>
                <a:cs typeface="Segoe UI"/>
              </a:defRPr>
            </a:lvl4pPr>
            <a:lvl5pPr>
              <a:defRPr sz="2325" b="1">
                <a:solidFill>
                  <a:srgbClr val="102D3B"/>
                </a:solidFill>
                <a:latin typeface="Segoe UI"/>
                <a:ea typeface="Segoe UI"/>
                <a:cs typeface="Segoe UI"/>
              </a:defRPr>
            </a:lvl5pPr>
            <a:lvl6pPr>
              <a:defRPr sz="2325" b="1">
                <a:solidFill>
                  <a:srgbClr val="102D3B"/>
                </a:solidFill>
                <a:latin typeface="Segoe UI"/>
                <a:ea typeface="Segoe UI"/>
                <a:cs typeface="Segoe UI"/>
              </a:defRPr>
            </a:lvl6pPr>
            <a:lvl7pPr>
              <a:defRPr sz="2325" b="1">
                <a:solidFill>
                  <a:srgbClr val="102D3B"/>
                </a:solidFill>
                <a:latin typeface="Segoe UI"/>
                <a:ea typeface="Segoe UI"/>
                <a:cs typeface="Segoe UI"/>
              </a:defRPr>
            </a:lvl7pPr>
            <a:lvl8pPr>
              <a:defRPr sz="2325" b="1">
                <a:solidFill>
                  <a:srgbClr val="102D3B"/>
                </a:solidFill>
                <a:latin typeface="Segoe UI"/>
                <a:ea typeface="Segoe UI"/>
                <a:cs typeface="Segoe UI"/>
              </a:defRPr>
            </a:lvl8pPr>
            <a:lvl9pPr>
              <a:defRPr sz="2325" b="1">
                <a:solidFill>
                  <a:srgbClr val="102D3B"/>
                </a:solidFill>
                <a:latin typeface="Segoe UI"/>
                <a:ea typeface="Segoe UI"/>
                <a:cs typeface="Segoe UI"/>
              </a:defRPr>
            </a:lvl9pPr>
          </a:lstStyle>
          <a:p xmlns:a="http://schemas.openxmlformats.org/drawingml/2006/main">
            <a:pPr>
              <a:defRPr sz="2325" b="1">
                <a:solidFill>
                  <a:srgbClr val="102D3B"/>
                </a:solidFill>
                <a:latin typeface="Segoe UI"/>
                <a:ea typeface="Segoe UI"/>
                <a:cs typeface="Segoe UI"/>
              </a:defRPr>
            </a:pPr>
            <a:r>
              <a:rPr sz="2325" b="1">
                <a:solidFill>
                  <a:srgbClr val="102D3B"/>
                </a:solidFill>
                <a:latin typeface="Segoe UI"/>
                <a:ea typeface="Segoe UI"/>
                <a:cs typeface="Segoe UI"/>
              </a:rPr>
              <a:t>Yerel çözüme göre</a:t>
            </a:r>
          </a:p>
          <a:p xmlns:a="http://schemas.openxmlformats.org/drawingml/2006/main">
            <a:pPr>
              <a:defRPr sz="2325" b="1">
                <a:solidFill>
                  <a:srgbClr val="102D3B"/>
                </a:solidFill>
                <a:latin typeface="Segoe UI"/>
                <a:ea typeface="Segoe UI"/>
                <a:cs typeface="Segoe UI"/>
              </a:defRPr>
            </a:pPr>
            <a:r>
              <a:rPr sz="2325" b="1">
                <a:solidFill>
                  <a:srgbClr val="102D3B"/>
                </a:solidFill>
                <a:latin typeface="Segoe UI"/>
                <a:ea typeface="Segoe UI"/>
                <a:cs typeface="Segoe UI"/>
              </a:rPr>
              <a:t>ortalama F kazancı</a:t>
            </a:r>
          </a:p>
        </p:txBody>
      </p:sp>
      <p:sp>
        <p:nvSpPr>
          <p:cNvPr id="8" name="">
            <a:extLst xmlns:a="http://schemas.openxmlformats.org/drawingml/2006/main">
              <a:ext uri="{FF2B5EF4-FFF2-40B4-BE49-F238E27FC236}">
                <a16:creationId xmlns:a16="http://schemas.microsoft.com/office/drawing/2014/main" id="{78738F46-F715-4C66-808C-CBE0753C695E}"/>
              </a:ext>
            </a:extLst>
          </p:cNvPr>
          <p:cNvSpPr>
            <a:spLocks xmlns:a="http://schemas.openxmlformats.org/drawingml/2006/main" noGrp="1"/>
          </p:cNvSpPr>
          <p:nvPr/>
        </p:nvSpPr>
        <p:spPr>
          <a:xfrm xmlns:a="http://schemas.openxmlformats.org/drawingml/2006/main">
            <a:off x="628650" y="5934075"/>
            <a:ext cx="10810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57717A"/>
                </a:solidFill>
                <a:latin typeface="Segoe UI"/>
                <a:ea typeface="Segoe UI"/>
                <a:cs typeface="Segoe UI"/>
              </a:defRPr>
            </a:defPPr>
            <a:lvl1pPr>
              <a:defRPr sz="2100" b="0">
                <a:solidFill>
                  <a:srgbClr val="57717A"/>
                </a:solidFill>
                <a:latin typeface="Segoe UI"/>
                <a:ea typeface="Segoe UI"/>
                <a:cs typeface="Segoe UI"/>
              </a:defRPr>
            </a:lvl1pPr>
            <a:lvl2pPr>
              <a:defRPr sz="2100" b="0">
                <a:solidFill>
                  <a:srgbClr val="57717A"/>
                </a:solidFill>
                <a:latin typeface="Segoe UI"/>
                <a:ea typeface="Segoe UI"/>
                <a:cs typeface="Segoe UI"/>
              </a:defRPr>
            </a:lvl2pPr>
            <a:lvl3pPr>
              <a:defRPr sz="2100" b="0">
                <a:solidFill>
                  <a:srgbClr val="57717A"/>
                </a:solidFill>
                <a:latin typeface="Segoe UI"/>
                <a:ea typeface="Segoe UI"/>
                <a:cs typeface="Segoe UI"/>
              </a:defRPr>
            </a:lvl3pPr>
            <a:lvl4pPr>
              <a:defRPr sz="2100" b="0">
                <a:solidFill>
                  <a:srgbClr val="57717A"/>
                </a:solidFill>
                <a:latin typeface="Segoe UI"/>
                <a:ea typeface="Segoe UI"/>
                <a:cs typeface="Segoe UI"/>
              </a:defRPr>
            </a:lvl4pPr>
            <a:lvl5pPr>
              <a:defRPr sz="2100" b="0">
                <a:solidFill>
                  <a:srgbClr val="57717A"/>
                </a:solidFill>
                <a:latin typeface="Segoe UI"/>
                <a:ea typeface="Segoe UI"/>
                <a:cs typeface="Segoe UI"/>
              </a:defRPr>
            </a:lvl5pPr>
            <a:lvl6pPr>
              <a:defRPr sz="2100" b="0">
                <a:solidFill>
                  <a:srgbClr val="57717A"/>
                </a:solidFill>
                <a:latin typeface="Segoe UI"/>
                <a:ea typeface="Segoe UI"/>
                <a:cs typeface="Segoe UI"/>
              </a:defRPr>
            </a:lvl6pPr>
            <a:lvl7pPr>
              <a:defRPr sz="2100" b="0">
                <a:solidFill>
                  <a:srgbClr val="57717A"/>
                </a:solidFill>
                <a:latin typeface="Segoe UI"/>
                <a:ea typeface="Segoe UI"/>
                <a:cs typeface="Segoe UI"/>
              </a:defRPr>
            </a:lvl7pPr>
            <a:lvl8pPr>
              <a:defRPr sz="2100" b="0">
                <a:solidFill>
                  <a:srgbClr val="57717A"/>
                </a:solidFill>
                <a:latin typeface="Segoe UI"/>
                <a:ea typeface="Segoe UI"/>
                <a:cs typeface="Segoe UI"/>
              </a:defRPr>
            </a:lvl8pPr>
            <a:lvl9pPr>
              <a:defRPr sz="2100" b="0">
                <a:solidFill>
                  <a:srgbClr val="57717A"/>
                </a:solidFill>
                <a:latin typeface="Segoe UI"/>
                <a:ea typeface="Segoe UI"/>
                <a:cs typeface="Segoe UI"/>
              </a:defRPr>
            </a:lvl9pPr>
          </a:lstStyle>
          <a:p xmlns:a="http://schemas.openxmlformats.org/drawingml/2006/main">
            <a:pPr>
              <a:defRPr sz="2100" b="0">
                <a:solidFill>
                  <a:srgbClr val="57717A"/>
                </a:solidFill>
                <a:latin typeface="Segoe UI"/>
                <a:ea typeface="Segoe UI"/>
                <a:cs typeface="Segoe UI"/>
              </a:defRPr>
            </a:pPr>
            <a:r>
              <a:rPr sz="2100" b="0">
                <a:solidFill>
                  <a:srgbClr val="57717A"/>
                </a:solidFill>
                <a:latin typeface="Segoe UI"/>
                <a:ea typeface="Segoe UI"/>
                <a:cs typeface="Segoe UI"/>
              </a:rPr>
              <a:t>Yerel çözüme göre kazanç bu deneyde küçük kaldı</a:t>
            </a:r>
          </a:p>
        </p:txBody>
      </p:sp>
      <p:sp>
        <p:nvSpPr>
          <p:cNvPr id="9" name="">
            <a:extLst xmlns:a="http://schemas.openxmlformats.org/drawingml/2006/main">
              <a:ext uri="{FF2B5EF4-FFF2-40B4-BE49-F238E27FC236}">
                <a16:creationId xmlns:a16="http://schemas.microsoft.com/office/drawing/2014/main" id="{A9C0F4BA-A84E-48D7-BE4A-7C91123786AE}"/>
              </a:ext>
            </a:extLst>
          </p:cNvPr>
          <p:cNvSpPr>
            <a:spLocks xmlns:a="http://schemas.openxmlformats.org/drawingml/2006/main" noGrp="1"/>
          </p:cNvSpPr>
          <p:nvPr/>
        </p:nvSpPr>
        <p:spPr>
          <a:xfrm xmlns:a="http://schemas.openxmlformats.org/drawingml/2006/main">
            <a:off x="628650" y="1562100"/>
            <a:ext cx="71913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a:solidFill>
                  <a:srgbClr val="57717A"/>
                </a:solidFill>
                <a:latin typeface="Segoe UI"/>
                <a:ea typeface="Segoe UI"/>
                <a:cs typeface="Segoe UI"/>
              </a:defRPr>
            </a:defPPr>
            <a:lvl1pPr>
              <a:defRPr sz="1950">
                <a:solidFill>
                  <a:srgbClr val="57717A"/>
                </a:solidFill>
                <a:latin typeface="Segoe UI"/>
                <a:ea typeface="Segoe UI"/>
                <a:cs typeface="Segoe UI"/>
              </a:defRPr>
            </a:lvl1pPr>
            <a:lvl2pPr>
              <a:defRPr sz="1950">
                <a:solidFill>
                  <a:srgbClr val="57717A"/>
                </a:solidFill>
                <a:latin typeface="Segoe UI"/>
                <a:ea typeface="Segoe UI"/>
                <a:cs typeface="Segoe UI"/>
              </a:defRPr>
            </a:lvl2pPr>
            <a:lvl3pPr>
              <a:defRPr sz="1950">
                <a:solidFill>
                  <a:srgbClr val="57717A"/>
                </a:solidFill>
                <a:latin typeface="Segoe UI"/>
                <a:ea typeface="Segoe UI"/>
                <a:cs typeface="Segoe UI"/>
              </a:defRPr>
            </a:lvl3pPr>
            <a:lvl4pPr>
              <a:defRPr sz="1950">
                <a:solidFill>
                  <a:srgbClr val="57717A"/>
                </a:solidFill>
                <a:latin typeface="Segoe UI"/>
                <a:ea typeface="Segoe UI"/>
                <a:cs typeface="Segoe UI"/>
              </a:defRPr>
            </a:lvl4pPr>
            <a:lvl5pPr>
              <a:defRPr sz="1950">
                <a:solidFill>
                  <a:srgbClr val="57717A"/>
                </a:solidFill>
                <a:latin typeface="Segoe UI"/>
                <a:ea typeface="Segoe UI"/>
                <a:cs typeface="Segoe UI"/>
              </a:defRPr>
            </a:lvl5pPr>
            <a:lvl6pPr>
              <a:defRPr sz="1950">
                <a:solidFill>
                  <a:srgbClr val="57717A"/>
                </a:solidFill>
                <a:latin typeface="Segoe UI"/>
                <a:ea typeface="Segoe UI"/>
                <a:cs typeface="Segoe UI"/>
              </a:defRPr>
            </a:lvl6pPr>
            <a:lvl7pPr>
              <a:defRPr sz="1950">
                <a:solidFill>
                  <a:srgbClr val="57717A"/>
                </a:solidFill>
                <a:latin typeface="Segoe UI"/>
                <a:ea typeface="Segoe UI"/>
                <a:cs typeface="Segoe UI"/>
              </a:defRPr>
            </a:lvl7pPr>
            <a:lvl8pPr>
              <a:defRPr sz="1950">
                <a:solidFill>
                  <a:srgbClr val="57717A"/>
                </a:solidFill>
                <a:latin typeface="Segoe UI"/>
                <a:ea typeface="Segoe UI"/>
                <a:cs typeface="Segoe UI"/>
              </a:defRPr>
            </a:lvl8pPr>
            <a:lvl9pPr>
              <a:defRPr sz="1950">
                <a:solidFill>
                  <a:srgbClr val="57717A"/>
                </a:solidFill>
                <a:latin typeface="Segoe UI"/>
                <a:ea typeface="Segoe UI"/>
                <a:cs typeface="Segoe UI"/>
              </a:defRPr>
            </a:lvl9pPr>
          </a:lstStyle>
          <a:p xmlns:a="http://schemas.openxmlformats.org/drawingml/2006/main">
            <a:pPr>
              <a:defRPr sz="1950">
                <a:solidFill>
                  <a:srgbClr val="57717A"/>
                </a:solidFill>
                <a:latin typeface="Segoe UI"/>
                <a:ea typeface="Segoe UI"/>
                <a:cs typeface="Segoe UI"/>
              </a:defRPr>
            </a:pPr>
            <a:r>
              <a:rPr sz="1950">
                <a:solidFill>
                  <a:srgbClr val="57717A"/>
                </a:solidFill>
                <a:latin typeface="Segoe UI"/>
                <a:ea typeface="Segoe UI"/>
                <a:cs typeface="Segoe UI"/>
              </a:rPr>
              <a:t>Toplam maliyet F</a:t>
            </a:r>
          </a:p>
        </p:txBody>
      </p:sp>
    </p:spTree>
    <p:extLst>
      <p:ext uri="{BB962C8B-B14F-4D97-AF65-F5344CB8AC3E}">
        <p14:creationId xmlns:p14="http://schemas.microsoft.com/office/powerpoint/2010/main" val="586426154"/>
      </p:ext>
    </p:extLst>
  </p:cSld>
</p:sld>
</file>

<file path=ppt/slides/slide14.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96A3A993-5DBE-4592-9817-24E07FF6A033}"/>
              </a:ext>
            </a:extLst>
          </p:cNvPr>
          <p:cNvPicPr>
            <a:picLocks xmlns:a="http://schemas.openxmlformats.org/drawingml/2006/main" noChangeAspect="1"/>
          </p:cNvPicPr>
          <p:nvPr/>
        </p:nvPicPr>
        <p:blipFill>
          <a:blip xmlns:r="http://schemas.openxmlformats.org/officeDocument/2006/relationships" xmlns:a="http://schemas.openxmlformats.org/drawingml/2006/main" r:embed="R466da496f4574977"/>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3" name="title">
            <a:extLst xmlns:a="http://schemas.openxmlformats.org/drawingml/2006/main">
              <a:ext uri="{FF2B5EF4-FFF2-40B4-BE49-F238E27FC236}">
                <a16:creationId xmlns:a16="http://schemas.microsoft.com/office/drawing/2014/main" id="{F9119A0F-243D-47C2-BDBC-B8AEC20D0B43}"/>
              </a:ext>
            </a:extLst>
          </p:cNvPr>
          <p:cNvSpPr>
            <a:spLocks xmlns:a="http://schemas.openxmlformats.org/drawingml/2006/main" noGrp="1"/>
          </p:cNvSpPr>
          <p:nvPr/>
        </p:nvSpPr>
        <p:spPr>
          <a:xfrm xmlns:a="http://schemas.openxmlformats.org/drawingml/2006/main">
            <a:off x="628650" y="457200"/>
            <a:ext cx="109347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600" b="1">
                <a:solidFill>
                  <a:srgbClr val="102D3B"/>
                </a:solidFill>
                <a:latin typeface="Segoe UI"/>
                <a:ea typeface="Segoe UI"/>
                <a:cs typeface="Segoe UI"/>
              </a:defRPr>
            </a:defPPr>
            <a:lvl1pPr>
              <a:defRPr sz="3600" b="1">
                <a:solidFill>
                  <a:srgbClr val="102D3B"/>
                </a:solidFill>
                <a:latin typeface="Segoe UI"/>
                <a:ea typeface="Segoe UI"/>
                <a:cs typeface="Segoe UI"/>
              </a:defRPr>
            </a:lvl1pPr>
            <a:lvl2pPr>
              <a:defRPr sz="3600" b="1">
                <a:solidFill>
                  <a:srgbClr val="102D3B"/>
                </a:solidFill>
                <a:latin typeface="Segoe UI"/>
                <a:ea typeface="Segoe UI"/>
                <a:cs typeface="Segoe UI"/>
              </a:defRPr>
            </a:lvl2pPr>
            <a:lvl3pPr>
              <a:defRPr sz="3600" b="1">
                <a:solidFill>
                  <a:srgbClr val="102D3B"/>
                </a:solidFill>
                <a:latin typeface="Segoe UI"/>
                <a:ea typeface="Segoe UI"/>
                <a:cs typeface="Segoe UI"/>
              </a:defRPr>
            </a:lvl3pPr>
            <a:lvl4pPr>
              <a:defRPr sz="3600" b="1">
                <a:solidFill>
                  <a:srgbClr val="102D3B"/>
                </a:solidFill>
                <a:latin typeface="Segoe UI"/>
                <a:ea typeface="Segoe UI"/>
                <a:cs typeface="Segoe UI"/>
              </a:defRPr>
            </a:lvl4pPr>
            <a:lvl5pPr>
              <a:defRPr sz="3600" b="1">
                <a:solidFill>
                  <a:srgbClr val="102D3B"/>
                </a:solidFill>
                <a:latin typeface="Segoe UI"/>
                <a:ea typeface="Segoe UI"/>
                <a:cs typeface="Segoe UI"/>
              </a:defRPr>
            </a:lvl5pPr>
            <a:lvl6pPr>
              <a:defRPr sz="3600" b="1">
                <a:solidFill>
                  <a:srgbClr val="102D3B"/>
                </a:solidFill>
                <a:latin typeface="Segoe UI"/>
                <a:ea typeface="Segoe UI"/>
                <a:cs typeface="Segoe UI"/>
              </a:defRPr>
            </a:lvl6pPr>
            <a:lvl7pPr>
              <a:defRPr sz="3600" b="1">
                <a:solidFill>
                  <a:srgbClr val="102D3B"/>
                </a:solidFill>
                <a:latin typeface="Segoe UI"/>
                <a:ea typeface="Segoe UI"/>
                <a:cs typeface="Segoe UI"/>
              </a:defRPr>
            </a:lvl7pPr>
            <a:lvl8pPr>
              <a:defRPr sz="3600" b="1">
                <a:solidFill>
                  <a:srgbClr val="102D3B"/>
                </a:solidFill>
                <a:latin typeface="Segoe UI"/>
                <a:ea typeface="Segoe UI"/>
                <a:cs typeface="Segoe UI"/>
              </a:defRPr>
            </a:lvl8pPr>
            <a:lvl9pPr>
              <a:defRPr sz="3600" b="1">
                <a:solidFill>
                  <a:srgbClr val="102D3B"/>
                </a:solidFill>
                <a:latin typeface="Segoe UI"/>
                <a:ea typeface="Segoe UI"/>
                <a:cs typeface="Segoe UI"/>
              </a:defRPr>
            </a:lvl9pPr>
          </a:lstStyle>
          <a:p xmlns:a="http://schemas.openxmlformats.org/drawingml/2006/main">
            <a:pPr>
              <a:defRPr sz="3600" b="1">
                <a:solidFill>
                  <a:srgbClr val="102D3B"/>
                </a:solidFill>
                <a:latin typeface="Segoe UI"/>
                <a:ea typeface="Segoe UI"/>
                <a:cs typeface="Segoe UI"/>
              </a:defRPr>
            </a:pPr>
            <a:r>
              <a:rPr sz="3600" b="1">
                <a:solidFill>
                  <a:srgbClr val="102D3B"/>
                </a:solidFill>
                <a:latin typeface="Segoe UI"/>
                <a:ea typeface="Segoe UI"/>
                <a:cs typeface="Segoe UI"/>
              </a:rPr>
              <a:t>Makale ve proje sonuçları</a:t>
            </a:r>
          </a:p>
        </p:txBody>
      </p:sp>
      <p:sp>
        <p:nvSpPr>
          <p:cNvPr id="4" name="page">
            <a:extLst xmlns:a="http://schemas.openxmlformats.org/drawingml/2006/main">
              <a:ext uri="{FF2B5EF4-FFF2-40B4-BE49-F238E27FC236}">
                <a16:creationId xmlns:a16="http://schemas.microsoft.com/office/drawing/2014/main" id="{1209282A-1153-4237-AE25-788883743A46}"/>
              </a:ext>
            </a:extLst>
          </p:cNvPr>
          <p:cNvSpPr>
            <a:spLocks xmlns:a="http://schemas.openxmlformats.org/drawingml/2006/main" noGrp="1"/>
          </p:cNvSpPr>
          <p:nvPr/>
        </p:nvSpPr>
        <p:spPr>
          <a:xfrm xmlns:a="http://schemas.openxmlformats.org/drawingml/2006/main">
            <a:off x="11182350" y="6334125"/>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57717A"/>
                </a:solidFill>
                <a:latin typeface="Segoe UI"/>
                <a:ea typeface="Segoe UI"/>
                <a:cs typeface="Segoe UI"/>
              </a:defRPr>
            </a:defPPr>
            <a:lvl1pPr>
              <a:defRPr sz="1575" b="0">
                <a:solidFill>
                  <a:srgbClr val="57717A"/>
                </a:solidFill>
                <a:latin typeface="Segoe UI"/>
                <a:ea typeface="Segoe UI"/>
                <a:cs typeface="Segoe UI"/>
              </a:defRPr>
            </a:lvl1pPr>
            <a:lvl2pPr>
              <a:defRPr sz="1575" b="0">
                <a:solidFill>
                  <a:srgbClr val="57717A"/>
                </a:solidFill>
                <a:latin typeface="Segoe UI"/>
                <a:ea typeface="Segoe UI"/>
                <a:cs typeface="Segoe UI"/>
              </a:defRPr>
            </a:lvl2pPr>
            <a:lvl3pPr>
              <a:defRPr sz="1575" b="0">
                <a:solidFill>
                  <a:srgbClr val="57717A"/>
                </a:solidFill>
                <a:latin typeface="Segoe UI"/>
                <a:ea typeface="Segoe UI"/>
                <a:cs typeface="Segoe UI"/>
              </a:defRPr>
            </a:lvl3pPr>
            <a:lvl4pPr>
              <a:defRPr sz="1575" b="0">
                <a:solidFill>
                  <a:srgbClr val="57717A"/>
                </a:solidFill>
                <a:latin typeface="Segoe UI"/>
                <a:ea typeface="Segoe UI"/>
                <a:cs typeface="Segoe UI"/>
              </a:defRPr>
            </a:lvl4pPr>
            <a:lvl5pPr>
              <a:defRPr sz="1575" b="0">
                <a:solidFill>
                  <a:srgbClr val="57717A"/>
                </a:solidFill>
                <a:latin typeface="Segoe UI"/>
                <a:ea typeface="Segoe UI"/>
                <a:cs typeface="Segoe UI"/>
              </a:defRPr>
            </a:lvl5pPr>
            <a:lvl6pPr>
              <a:defRPr sz="1575" b="0">
                <a:solidFill>
                  <a:srgbClr val="57717A"/>
                </a:solidFill>
                <a:latin typeface="Segoe UI"/>
                <a:ea typeface="Segoe UI"/>
                <a:cs typeface="Segoe UI"/>
              </a:defRPr>
            </a:lvl6pPr>
            <a:lvl7pPr>
              <a:defRPr sz="1575" b="0">
                <a:solidFill>
                  <a:srgbClr val="57717A"/>
                </a:solidFill>
                <a:latin typeface="Segoe UI"/>
                <a:ea typeface="Segoe UI"/>
                <a:cs typeface="Segoe UI"/>
              </a:defRPr>
            </a:lvl7pPr>
            <a:lvl8pPr>
              <a:defRPr sz="1575" b="0">
                <a:solidFill>
                  <a:srgbClr val="57717A"/>
                </a:solidFill>
                <a:latin typeface="Segoe UI"/>
                <a:ea typeface="Segoe UI"/>
                <a:cs typeface="Segoe UI"/>
              </a:defRPr>
            </a:lvl8pPr>
            <a:lvl9pPr>
              <a:defRPr sz="1575" b="0">
                <a:solidFill>
                  <a:srgbClr val="57717A"/>
                </a:solidFill>
                <a:latin typeface="Segoe UI"/>
                <a:ea typeface="Segoe UI"/>
                <a:cs typeface="Segoe UI"/>
              </a:defRPr>
            </a:lvl9pPr>
          </a:lstStyle>
          <a:p xmlns:a="http://schemas.openxmlformats.org/drawingml/2006/main">
            <a:pPr>
              <a:defRPr sz="1575" b="0">
                <a:solidFill>
                  <a:srgbClr val="57717A"/>
                </a:solidFill>
                <a:latin typeface="Segoe UI"/>
                <a:ea typeface="Segoe UI"/>
                <a:cs typeface="Segoe UI"/>
              </a:defRPr>
            </a:pPr>
            <a:r>
              <a:rPr sz="1575" b="0">
                <a:solidFill>
                  <a:srgbClr val="57717A"/>
                </a:solidFill>
                <a:latin typeface="Segoe UI"/>
                <a:ea typeface="Segoe UI"/>
                <a:cs typeface="Segoe UI"/>
              </a:rPr>
              <a:t>14</a:t>
            </a:r>
          </a:p>
        </p:txBody>
      </p:sp>
      <p:sp>
        <p:nvSpPr>
          <p:cNvPr id="5" name="comparison-intro">
            <a:extLst xmlns:a="http://schemas.openxmlformats.org/drawingml/2006/main">
              <a:ext uri="{FF2B5EF4-FFF2-40B4-BE49-F238E27FC236}">
                <a16:creationId xmlns:a16="http://schemas.microsoft.com/office/drawing/2014/main" id="{AFC57823-1D65-4E3C-B7E9-BF2B43D33023}"/>
              </a:ext>
            </a:extLst>
          </p:cNvPr>
          <p:cNvSpPr>
            <a:spLocks xmlns:a="http://schemas.openxmlformats.org/drawingml/2006/main" noGrp="1"/>
          </p:cNvSpPr>
          <p:nvPr/>
        </p:nvSpPr>
        <p:spPr>
          <a:xfrm xmlns:a="http://schemas.openxmlformats.org/drawingml/2006/main">
            <a:off x="628650" y="1295400"/>
            <a:ext cx="10934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0">
                <a:solidFill>
                  <a:srgbClr val="57717A"/>
                </a:solidFill>
              </a:defRPr>
            </a:defPPr>
            <a:lvl1pPr>
              <a:defRPr sz="2250" b="0">
                <a:solidFill>
                  <a:srgbClr val="57717A"/>
                </a:solidFill>
              </a:defRPr>
            </a:lvl1pPr>
            <a:lvl2pPr>
              <a:defRPr sz="2250" b="0">
                <a:solidFill>
                  <a:srgbClr val="57717A"/>
                </a:solidFill>
              </a:defRPr>
            </a:lvl2pPr>
            <a:lvl3pPr>
              <a:defRPr sz="2250" b="0">
                <a:solidFill>
                  <a:srgbClr val="57717A"/>
                </a:solidFill>
              </a:defRPr>
            </a:lvl3pPr>
            <a:lvl4pPr>
              <a:defRPr sz="2250" b="0">
                <a:solidFill>
                  <a:srgbClr val="57717A"/>
                </a:solidFill>
              </a:defRPr>
            </a:lvl4pPr>
            <a:lvl5pPr>
              <a:defRPr sz="2250" b="0">
                <a:solidFill>
                  <a:srgbClr val="57717A"/>
                </a:solidFill>
              </a:defRPr>
            </a:lvl5pPr>
            <a:lvl6pPr>
              <a:defRPr sz="2250" b="0">
                <a:solidFill>
                  <a:srgbClr val="57717A"/>
                </a:solidFill>
              </a:defRPr>
            </a:lvl6pPr>
            <a:lvl7pPr>
              <a:defRPr sz="2250" b="0">
                <a:solidFill>
                  <a:srgbClr val="57717A"/>
                </a:solidFill>
              </a:defRPr>
            </a:lvl7pPr>
            <a:lvl8pPr>
              <a:defRPr sz="2250" b="0">
                <a:solidFill>
                  <a:srgbClr val="57717A"/>
                </a:solidFill>
              </a:defRPr>
            </a:lvl8pPr>
            <a:lvl9pPr>
              <a:defRPr sz="2250" b="0">
                <a:solidFill>
                  <a:srgbClr val="57717A"/>
                </a:solidFill>
              </a:defRPr>
            </a:lvl9pPr>
          </a:lstStyle>
          <a:p xmlns:a="http://schemas.openxmlformats.org/drawingml/2006/main">
            <a:pPr>
              <a:defRPr sz="2250" b="0">
                <a:solidFill>
                  <a:srgbClr val="57717A"/>
                </a:solidFill>
              </a:defRPr>
            </a:pPr>
            <a:r>
              <a:rPr sz="2250" b="0">
                <a:solidFill>
                  <a:srgbClr val="57717A"/>
                </a:solidFill>
              </a:rPr>
              <a:t>Birlikte kullanımın amaç değeri F’de sağladığı azalma</a:t>
            </a:r>
          </a:p>
        </p:txBody>
      </p:sp>
      <p:graphicFrame>
        <p:nvGraphicFramePr>
          <p:cNvPr id="6" name="">
            <a:extLst xmlns:a="http://schemas.openxmlformats.org/drawingml/2006/main">
              <a:ext uri="{FF2B5EF4-FFF2-40B4-BE49-F238E27FC236}">
                <a16:creationId xmlns:a16="http://schemas.microsoft.com/office/drawing/2014/main" id="{60B019BE-112E-4CFD-A0FD-619393D3DA3B}"/>
              </a:ext>
            </a:extLst>
          </p:cNvPr>
          <p:cNvGraphicFramePr/>
          <p:nvPr/>
        </p:nvGraphicFramePr>
        <p:xfrm>
          <a:off xmlns:a="http://schemas.openxmlformats.org/drawingml/2006/main" x="628650" y="1981200"/>
          <a:ext xmlns:a="http://schemas.openxmlformats.org/drawingml/2006/main" cx="10934700" cy="2028825"/>
        </p:xfrm>
        <a:graphic xmlns:a="http://schemas.openxmlformats.org/drawingml/2006/main">
          <a:graphicData uri="http://schemas.openxmlformats.org/drawingml/2006/table">
            <a:tbl>
              <a:tblPr firstRow="1" bandRow="0"/>
              <a:tblGrid>
                <a:gridCol w="5219700"/>
                <a:gridCol w="2857500"/>
                <a:gridCol w="2857500"/>
              </a:tblGrid>
              <a:tr h="619125">
                <a:tc>
                  <a:txBody>
                    <a:bodyPr/>
                    <a:lstStyle/>
                    <a:p>
                      <a:r>
                        <a:rPr sz="2025" b="1">
                          <a:solidFill>
                            <a:srgbClr val="FFFFFF"/>
                          </a:solidFill>
                        </a:rPr>
                        <a:t>Karşılaştırma</a:t>
                      </a:r>
                    </a:p>
                  </a:txBody>
                  <a:tcPr marL="91440" marR="91440" marT="45720" marB="45720">
                    <a:lnL w="9525">
                      <a:solidFill>
                        <a:srgbClr val="C4D2D0"/>
                      </a:solidFill>
                      <a:prstDash val="solid"/>
                    </a:lnL>
                    <a:lnR w="9525">
                      <a:solidFill>
                        <a:srgbClr val="C4D2D0"/>
                      </a:solidFill>
                      <a:prstDash val="solid"/>
                    </a:lnR>
                    <a:lnT w="9525">
                      <a:solidFill>
                        <a:srgbClr val="C4D2D0"/>
                      </a:solidFill>
                      <a:prstDash val="solid"/>
                    </a:lnT>
                    <a:lnB w="9525">
                      <a:solidFill>
                        <a:srgbClr val="C4D2D0"/>
                      </a:solidFill>
                      <a:prstDash val="solid"/>
                    </a:lnB>
                    <a:solidFill>
                      <a:srgbClr val="102D3B"/>
                    </a:solidFill>
                  </a:tcPr>
                </a:tc>
                <a:tc>
                  <a:txBody>
                    <a:bodyPr/>
                    <a:lstStyle/>
                    <a:p>
                      <a:r>
                        <a:rPr sz="2025" b="1">
                          <a:solidFill>
                            <a:srgbClr val="FFFFFF"/>
                          </a:solidFill>
                        </a:rPr>
                        <a:t>Makale (2024)</a:t>
                      </a:r>
                    </a:p>
                  </a:txBody>
                  <a:tcPr marL="91440" marR="91440" marT="45720" marB="45720">
                    <a:lnR w="9525">
                      <a:solidFill>
                        <a:srgbClr val="C4D2D0"/>
                      </a:solidFill>
                      <a:prstDash val="solid"/>
                    </a:lnR>
                    <a:lnT w="9525">
                      <a:solidFill>
                        <a:srgbClr val="C4D2D0"/>
                      </a:solidFill>
                      <a:prstDash val="solid"/>
                    </a:lnT>
                    <a:lnB w="9525">
                      <a:solidFill>
                        <a:srgbClr val="C4D2D0"/>
                      </a:solidFill>
                      <a:prstDash val="solid"/>
                    </a:lnB>
                    <a:solidFill>
                      <a:srgbClr val="102D3B"/>
                    </a:solidFill>
                  </a:tcPr>
                </a:tc>
                <a:tc>
                  <a:txBody>
                    <a:bodyPr/>
                    <a:lstStyle/>
                    <a:p>
                      <a:r>
                        <a:rPr sz="2025" b="1">
                          <a:solidFill>
                            <a:srgbClr val="FFFFFF"/>
                          </a:solidFill>
                        </a:rPr>
                        <a:t>Bu proje</a:t>
                      </a:r>
                    </a:p>
                  </a:txBody>
                  <a:tcPr marL="91440" marR="91440" marT="45720" marB="45720">
                    <a:lnR w="9525">
                      <a:solidFill>
                        <a:srgbClr val="C4D2D0"/>
                      </a:solidFill>
                      <a:prstDash val="solid"/>
                    </a:lnR>
                    <a:lnT w="9525">
                      <a:solidFill>
                        <a:srgbClr val="C4D2D0"/>
                      </a:solidFill>
                      <a:prstDash val="solid"/>
                    </a:lnT>
                    <a:lnB w="9525">
                      <a:solidFill>
                        <a:srgbClr val="C4D2D0"/>
                      </a:solidFill>
                      <a:prstDash val="solid"/>
                    </a:lnB>
                    <a:solidFill>
                      <a:srgbClr val="102D3B"/>
                    </a:solidFill>
                  </a:tcPr>
                </a:tc>
              </a:tr>
              <a:tr h="704850">
                <a:tc>
                  <a:txBody>
                    <a:bodyPr/>
                    <a:lstStyle/>
                    <a:p>
                      <a:r>
                        <a:rPr sz="2175" b="0">
                          <a:solidFill>
                            <a:srgbClr val="102D3B"/>
                          </a:solidFill>
                        </a:rPr>
                        <a:t>Yerel yürütmeye göre</a:t>
                      </a:r>
                    </a:p>
                  </a:txBody>
                  <a:tcPr marL="91440" marR="91440" marT="45720" marB="45720">
                    <a:lnL w="9525">
                      <a:solidFill>
                        <a:srgbClr val="C4D2D0"/>
                      </a:solidFill>
                      <a:prstDash val="solid"/>
                    </a:lnL>
                    <a:lnR w="9525">
                      <a:solidFill>
                        <a:srgbClr val="C4D2D0"/>
                      </a:solidFill>
                      <a:prstDash val="solid"/>
                    </a:lnR>
                    <a:lnB w="9525">
                      <a:solidFill>
                        <a:srgbClr val="C4D2D0"/>
                      </a:solidFill>
                      <a:prstDash val="solid"/>
                    </a:lnB>
                    <a:solidFill>
                      <a:srgbClr val="EDF3F1"/>
                    </a:solidFill>
                  </a:tcPr>
                </a:tc>
                <a:tc>
                  <a:txBody>
                    <a:bodyPr/>
                    <a:lstStyle/>
                    <a:p>
                      <a:r>
                        <a:rPr sz="2775" b="1">
                          <a:solidFill>
                            <a:srgbClr val="102D3B"/>
                          </a:solidFill>
                        </a:rPr>
                        <a:t>%46</a:t>
                      </a:r>
                    </a:p>
                  </a:txBody>
                  <a:tcPr marL="91440" marR="91440" marT="45720" marB="45720">
                    <a:lnR w="9525">
                      <a:solidFill>
                        <a:srgbClr val="C4D2D0"/>
                      </a:solidFill>
                      <a:prstDash val="solid"/>
                    </a:lnR>
                    <a:lnB w="9525">
                      <a:solidFill>
                        <a:srgbClr val="C4D2D0"/>
                      </a:solidFill>
                      <a:prstDash val="solid"/>
                    </a:lnB>
                    <a:solidFill>
                      <a:srgbClr val="EDF3F1"/>
                    </a:solidFill>
                  </a:tcPr>
                </a:tc>
                <a:tc>
                  <a:txBody>
                    <a:bodyPr/>
                    <a:lstStyle/>
                    <a:p>
                      <a:r>
                        <a:rPr sz="2775" b="1">
                          <a:solidFill>
                            <a:srgbClr val="0C7D7B"/>
                          </a:solidFill>
                        </a:rPr>
                        <a:t>%0,47</a:t>
                      </a:r>
                    </a:p>
                  </a:txBody>
                  <a:tcPr marL="91440" marR="91440" marT="45720" marB="45720">
                    <a:lnR w="9525">
                      <a:solidFill>
                        <a:srgbClr val="C4D2D0"/>
                      </a:solidFill>
                      <a:prstDash val="solid"/>
                    </a:lnR>
                    <a:lnB w="9525">
                      <a:solidFill>
                        <a:srgbClr val="C4D2D0"/>
                      </a:solidFill>
                      <a:prstDash val="solid"/>
                    </a:lnB>
                    <a:solidFill>
                      <a:srgbClr val="EDF3F1"/>
                    </a:solidFill>
                  </a:tcPr>
                </a:tc>
              </a:tr>
              <a:tr h="704850">
                <a:tc>
                  <a:txBody>
                    <a:bodyPr/>
                    <a:lstStyle/>
                    <a:p>
                      <a:r>
                        <a:rPr sz="2175" b="0">
                          <a:solidFill>
                            <a:srgbClr val="102D3B"/>
                          </a:solidFill>
                        </a:rPr>
                        <a:t>Tam kenar yürütmeye göre</a:t>
                      </a:r>
                    </a:p>
                  </a:txBody>
                  <a:tcPr marL="91440" marR="91440" marT="45720" marB="45720">
                    <a:lnL w="9525">
                      <a:solidFill>
                        <a:srgbClr val="C4D2D0"/>
                      </a:solidFill>
                      <a:prstDash val="solid"/>
                    </a:lnL>
                    <a:lnR w="9525">
                      <a:solidFill>
                        <a:srgbClr val="C4D2D0"/>
                      </a:solidFill>
                      <a:prstDash val="solid"/>
                    </a:lnR>
                    <a:lnB w="9525">
                      <a:solidFill>
                        <a:srgbClr val="C4D2D0"/>
                      </a:solidFill>
                      <a:prstDash val="solid"/>
                    </a:lnB>
                    <a:solidFill>
                      <a:srgbClr val="F7F5F0"/>
                    </a:solidFill>
                  </a:tcPr>
                </a:tc>
                <a:tc>
                  <a:txBody>
                    <a:bodyPr/>
                    <a:lstStyle/>
                    <a:p>
                      <a:r>
                        <a:rPr sz="2775" b="1">
                          <a:solidFill>
                            <a:srgbClr val="102D3B"/>
                          </a:solidFill>
                        </a:rPr>
                        <a:t>%27</a:t>
                      </a:r>
                    </a:p>
                  </a:txBody>
                  <a:tcPr marL="91440" marR="91440" marT="45720" marB="45720">
                    <a:lnR w="9525">
                      <a:solidFill>
                        <a:srgbClr val="C4D2D0"/>
                      </a:solidFill>
                      <a:prstDash val="solid"/>
                    </a:lnR>
                    <a:lnB w="9525">
                      <a:solidFill>
                        <a:srgbClr val="C4D2D0"/>
                      </a:solidFill>
                      <a:prstDash val="solid"/>
                    </a:lnB>
                    <a:solidFill>
                      <a:srgbClr val="F7F5F0"/>
                    </a:solidFill>
                  </a:tcPr>
                </a:tc>
                <a:tc>
                  <a:txBody>
                    <a:bodyPr/>
                    <a:lstStyle/>
                    <a:p>
                      <a:r>
                        <a:rPr sz="2775" b="1">
                          <a:solidFill>
                            <a:srgbClr val="0C7D7B"/>
                          </a:solidFill>
                        </a:rPr>
                        <a:t>%61,69</a:t>
                      </a:r>
                    </a:p>
                  </a:txBody>
                  <a:tcPr marL="91440" marR="91440" marT="45720" marB="45720">
                    <a:lnR w="9525">
                      <a:solidFill>
                        <a:srgbClr val="C4D2D0"/>
                      </a:solidFill>
                      <a:prstDash val="solid"/>
                    </a:lnR>
                    <a:lnB w="9525">
                      <a:solidFill>
                        <a:srgbClr val="C4D2D0"/>
                      </a:solidFill>
                      <a:prstDash val="solid"/>
                    </a:lnB>
                    <a:solidFill>
                      <a:srgbClr val="F7F5F0"/>
                    </a:solidFill>
                  </a:tcPr>
                </a:tc>
              </a:tr>
            </a:tbl>
          </a:graphicData>
        </a:graphic>
      </p:graphicFrame>
      <p:sp>
        <p:nvSpPr>
          <p:cNvPr id="7" name="comparison-limit-title">
            <a:extLst xmlns:a="http://schemas.openxmlformats.org/drawingml/2006/main">
              <a:ext uri="{FF2B5EF4-FFF2-40B4-BE49-F238E27FC236}">
                <a16:creationId xmlns:a16="http://schemas.microsoft.com/office/drawing/2014/main" id="{94B8A838-25A1-47B4-8159-A0D184E880D1}"/>
              </a:ext>
            </a:extLst>
          </p:cNvPr>
          <p:cNvSpPr>
            <a:spLocks xmlns:a="http://schemas.openxmlformats.org/drawingml/2006/main" noGrp="1"/>
          </p:cNvSpPr>
          <p:nvPr/>
        </p:nvSpPr>
        <p:spPr>
          <a:xfrm xmlns:a="http://schemas.openxmlformats.org/drawingml/2006/main">
            <a:off x="628650" y="4314825"/>
            <a:ext cx="109347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1">
                <a:solidFill>
                  <a:srgbClr val="0C7D7B"/>
                </a:solidFill>
              </a:defRPr>
            </a:defPPr>
            <a:lvl1pPr>
              <a:defRPr sz="2400" b="1">
                <a:solidFill>
                  <a:srgbClr val="0C7D7B"/>
                </a:solidFill>
              </a:defRPr>
            </a:lvl1pPr>
            <a:lvl2pPr>
              <a:defRPr sz="2400" b="1">
                <a:solidFill>
                  <a:srgbClr val="0C7D7B"/>
                </a:solidFill>
              </a:defRPr>
            </a:lvl2pPr>
            <a:lvl3pPr>
              <a:defRPr sz="2400" b="1">
                <a:solidFill>
                  <a:srgbClr val="0C7D7B"/>
                </a:solidFill>
              </a:defRPr>
            </a:lvl3pPr>
            <a:lvl4pPr>
              <a:defRPr sz="2400" b="1">
                <a:solidFill>
                  <a:srgbClr val="0C7D7B"/>
                </a:solidFill>
              </a:defRPr>
            </a:lvl4pPr>
            <a:lvl5pPr>
              <a:defRPr sz="2400" b="1">
                <a:solidFill>
                  <a:srgbClr val="0C7D7B"/>
                </a:solidFill>
              </a:defRPr>
            </a:lvl5pPr>
            <a:lvl6pPr>
              <a:defRPr sz="2400" b="1">
                <a:solidFill>
                  <a:srgbClr val="0C7D7B"/>
                </a:solidFill>
              </a:defRPr>
            </a:lvl6pPr>
            <a:lvl7pPr>
              <a:defRPr sz="2400" b="1">
                <a:solidFill>
                  <a:srgbClr val="0C7D7B"/>
                </a:solidFill>
              </a:defRPr>
            </a:lvl7pPr>
            <a:lvl8pPr>
              <a:defRPr sz="2400" b="1">
                <a:solidFill>
                  <a:srgbClr val="0C7D7B"/>
                </a:solidFill>
              </a:defRPr>
            </a:lvl8pPr>
            <a:lvl9pPr>
              <a:defRPr sz="2400" b="1">
                <a:solidFill>
                  <a:srgbClr val="0C7D7B"/>
                </a:solidFill>
              </a:defRPr>
            </a:lvl9pPr>
          </a:lstStyle>
          <a:p xmlns:a="http://schemas.openxmlformats.org/drawingml/2006/main">
            <a:pPr>
              <a:defRPr sz="2400" b="1">
                <a:solidFill>
                  <a:srgbClr val="0C7D7B"/>
                </a:solidFill>
              </a:defRPr>
            </a:pPr>
            <a:r>
              <a:rPr sz="2400" b="1">
                <a:solidFill>
                  <a:srgbClr val="0C7D7B"/>
                </a:solidFill>
              </a:rPr>
              <a:t>Sonuçlar neden farklı?</a:t>
            </a:r>
          </a:p>
        </p:txBody>
      </p:sp>
      <p:sp>
        <p:nvSpPr>
          <p:cNvPr id="8" name="comparison-data">
            <a:extLst xmlns:a="http://schemas.openxmlformats.org/drawingml/2006/main">
              <a:ext uri="{FF2B5EF4-FFF2-40B4-BE49-F238E27FC236}">
                <a16:creationId xmlns:a16="http://schemas.microsoft.com/office/drawing/2014/main" id="{6C8AC3A5-20A0-463D-9447-B8963325BABB}"/>
              </a:ext>
            </a:extLst>
          </p:cNvPr>
          <p:cNvSpPr>
            <a:spLocks xmlns:a="http://schemas.openxmlformats.org/drawingml/2006/main" noGrp="1"/>
          </p:cNvSpPr>
          <p:nvPr/>
        </p:nvSpPr>
        <p:spPr>
          <a:xfrm xmlns:a="http://schemas.openxmlformats.org/drawingml/2006/main">
            <a:off x="628650" y="4857750"/>
            <a:ext cx="52197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0">
                <a:solidFill>
                  <a:srgbClr val="102D3B"/>
                </a:solidFill>
              </a:defRPr>
            </a:defPPr>
            <a:lvl1pPr>
              <a:defRPr sz="2100" b="0">
                <a:solidFill>
                  <a:srgbClr val="102D3B"/>
                </a:solidFill>
              </a:defRPr>
            </a:lvl1pPr>
            <a:lvl2pPr>
              <a:defRPr sz="2100" b="0">
                <a:solidFill>
                  <a:srgbClr val="102D3B"/>
                </a:solidFill>
              </a:defRPr>
            </a:lvl2pPr>
            <a:lvl3pPr>
              <a:defRPr sz="2100" b="0">
                <a:solidFill>
                  <a:srgbClr val="102D3B"/>
                </a:solidFill>
              </a:defRPr>
            </a:lvl3pPr>
            <a:lvl4pPr>
              <a:defRPr sz="2100" b="0">
                <a:solidFill>
                  <a:srgbClr val="102D3B"/>
                </a:solidFill>
              </a:defRPr>
            </a:lvl4pPr>
            <a:lvl5pPr>
              <a:defRPr sz="2100" b="0">
                <a:solidFill>
                  <a:srgbClr val="102D3B"/>
                </a:solidFill>
              </a:defRPr>
            </a:lvl5pPr>
            <a:lvl6pPr>
              <a:defRPr sz="2100" b="0">
                <a:solidFill>
                  <a:srgbClr val="102D3B"/>
                </a:solidFill>
              </a:defRPr>
            </a:lvl6pPr>
            <a:lvl7pPr>
              <a:defRPr sz="2100" b="0">
                <a:solidFill>
                  <a:srgbClr val="102D3B"/>
                </a:solidFill>
              </a:defRPr>
            </a:lvl7pPr>
            <a:lvl8pPr>
              <a:defRPr sz="2100" b="0">
                <a:solidFill>
                  <a:srgbClr val="102D3B"/>
                </a:solidFill>
              </a:defRPr>
            </a:lvl8pPr>
            <a:lvl9pPr>
              <a:defRPr sz="2100" b="0">
                <a:solidFill>
                  <a:srgbClr val="102D3B"/>
                </a:solidFill>
              </a:defRPr>
            </a:lvl9pPr>
          </a:lstStyle>
          <a:p xmlns:a="http://schemas.openxmlformats.org/drawingml/2006/main">
            <a:pPr>
              <a:defRPr sz="2100" b="0">
                <a:solidFill>
                  <a:srgbClr val="102D3B"/>
                </a:solidFill>
              </a:defRPr>
            </a:pPr>
            <a:r>
              <a:rPr sz="2100" b="0">
                <a:solidFill>
                  <a:srgbClr val="102D3B"/>
                </a:solidFill>
              </a:rPr>
              <a:t>Makaledeki özgün veri elimizde yok.</a:t>
            </a:r>
          </a:p>
          <a:p xmlns:a="http://schemas.openxmlformats.org/drawingml/2006/main">
            <a:pPr>
              <a:defRPr sz="2100" b="0">
                <a:solidFill>
                  <a:srgbClr val="102D3B"/>
                </a:solidFill>
              </a:defRPr>
            </a:pPr>
            <a:r>
              <a:rPr sz="2100" b="0">
                <a:solidFill>
                  <a:srgbClr val="102D3B"/>
                </a:solidFill>
              </a:rPr>
              <a:t>Bu projede 60 görev ve 3 sunuculu</a:t>
            </a:r>
          </a:p>
          <a:p xmlns:a="http://schemas.openxmlformats.org/drawingml/2006/main">
            <a:pPr>
              <a:defRPr sz="2100" b="0">
                <a:solidFill>
                  <a:srgbClr val="102D3B"/>
                </a:solidFill>
              </a:defRPr>
            </a:pPr>
            <a:r>
              <a:rPr sz="2100" b="0">
                <a:solidFill>
                  <a:srgbClr val="102D3B"/>
                </a:solidFill>
              </a:rPr>
              <a:t>sentetik veriler kullanıldı.</a:t>
            </a:r>
          </a:p>
        </p:txBody>
      </p:sp>
      <p:sp>
        <p:nvSpPr>
          <p:cNvPr id="9" name="comparison-model">
            <a:extLst xmlns:a="http://schemas.openxmlformats.org/drawingml/2006/main">
              <a:ext uri="{FF2B5EF4-FFF2-40B4-BE49-F238E27FC236}">
                <a16:creationId xmlns:a16="http://schemas.microsoft.com/office/drawing/2014/main" id="{75458836-02D0-4C76-A437-F5FD81A5177B}"/>
              </a:ext>
            </a:extLst>
          </p:cNvPr>
          <p:cNvSpPr>
            <a:spLocks xmlns:a="http://schemas.openxmlformats.org/drawingml/2006/main" noGrp="1"/>
          </p:cNvSpPr>
          <p:nvPr/>
        </p:nvSpPr>
        <p:spPr>
          <a:xfrm xmlns:a="http://schemas.openxmlformats.org/drawingml/2006/main">
            <a:off x="6457950" y="4857750"/>
            <a:ext cx="51054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0">
                <a:solidFill>
                  <a:srgbClr val="102D3B"/>
                </a:solidFill>
              </a:defRPr>
            </a:defPPr>
            <a:lvl1pPr>
              <a:defRPr sz="2100" b="0">
                <a:solidFill>
                  <a:srgbClr val="102D3B"/>
                </a:solidFill>
              </a:defRPr>
            </a:lvl1pPr>
            <a:lvl2pPr>
              <a:defRPr sz="2100" b="0">
                <a:solidFill>
                  <a:srgbClr val="102D3B"/>
                </a:solidFill>
              </a:defRPr>
            </a:lvl2pPr>
            <a:lvl3pPr>
              <a:defRPr sz="2100" b="0">
                <a:solidFill>
                  <a:srgbClr val="102D3B"/>
                </a:solidFill>
              </a:defRPr>
            </a:lvl3pPr>
            <a:lvl4pPr>
              <a:defRPr sz="2100" b="0">
                <a:solidFill>
                  <a:srgbClr val="102D3B"/>
                </a:solidFill>
              </a:defRPr>
            </a:lvl4pPr>
            <a:lvl5pPr>
              <a:defRPr sz="2100" b="0">
                <a:solidFill>
                  <a:srgbClr val="102D3B"/>
                </a:solidFill>
              </a:defRPr>
            </a:lvl5pPr>
            <a:lvl6pPr>
              <a:defRPr sz="2100" b="0">
                <a:solidFill>
                  <a:srgbClr val="102D3B"/>
                </a:solidFill>
              </a:defRPr>
            </a:lvl6pPr>
            <a:lvl7pPr>
              <a:defRPr sz="2100" b="0">
                <a:solidFill>
                  <a:srgbClr val="102D3B"/>
                </a:solidFill>
              </a:defRPr>
            </a:lvl7pPr>
            <a:lvl8pPr>
              <a:defRPr sz="2100" b="0">
                <a:solidFill>
                  <a:srgbClr val="102D3B"/>
                </a:solidFill>
              </a:defRPr>
            </a:lvl8pPr>
            <a:lvl9pPr>
              <a:defRPr sz="2100" b="0">
                <a:solidFill>
                  <a:srgbClr val="102D3B"/>
                </a:solidFill>
              </a:defRPr>
            </a:lvl9pPr>
          </a:lstStyle>
          <a:p xmlns:a="http://schemas.openxmlformats.org/drawingml/2006/main">
            <a:pPr>
              <a:defRPr sz="2100" b="0">
                <a:solidFill>
                  <a:srgbClr val="102D3B"/>
                </a:solidFill>
              </a:defRPr>
            </a:pPr>
            <a:r>
              <a:rPr sz="2100" b="0">
                <a:solidFill>
                  <a:srgbClr val="102D3B"/>
                </a:solidFill>
              </a:rPr>
              <a:t>Riskin normalleştirilmesi ve arama</a:t>
            </a:r>
          </a:p>
          <a:p xmlns:a="http://schemas.openxmlformats.org/drawingml/2006/main">
            <a:pPr>
              <a:defRPr sz="2100" b="0">
                <a:solidFill>
                  <a:srgbClr val="102D3B"/>
                </a:solidFill>
              </a:defRPr>
            </a:pPr>
            <a:r>
              <a:rPr sz="2100" b="0">
                <a:solidFill>
                  <a:srgbClr val="102D3B"/>
                </a:solidFill>
              </a:rPr>
              <a:t>ayarları da sonucu değiştiriyor.</a:t>
            </a:r>
          </a:p>
          <a:p xmlns:a="http://schemas.openxmlformats.org/drawingml/2006/main">
            <a:pPr>
              <a:defRPr sz="2100" b="0">
                <a:solidFill>
                  <a:srgbClr val="102D3B"/>
                </a:solidFill>
              </a:defRPr>
            </a:pPr>
            <a:r>
              <a:rPr sz="2100" b="0">
                <a:solidFill>
                  <a:srgbClr val="102D3B"/>
                </a:solidFill>
              </a:rPr>
              <a:t>Yüzdeler bir üstünlük sırası vermiyor.</a:t>
            </a:r>
          </a:p>
        </p:txBody>
      </p:sp>
      <p:sp>
        <p:nvSpPr>
          <p:cNvPr id="10" name="comparison-source">
            <a:extLst xmlns:a="http://schemas.openxmlformats.org/drawingml/2006/main">
              <a:ext uri="{FF2B5EF4-FFF2-40B4-BE49-F238E27FC236}">
                <a16:creationId xmlns:a16="http://schemas.microsoft.com/office/drawing/2014/main" id="{17175AF3-8A55-43B3-BAB7-3515168772A2}"/>
              </a:ext>
            </a:extLst>
          </p:cNvPr>
          <p:cNvSpPr>
            <a:spLocks xmlns:a="http://schemas.openxmlformats.org/drawingml/2006/main" noGrp="1"/>
          </p:cNvSpPr>
          <p:nvPr/>
        </p:nvSpPr>
        <p:spPr>
          <a:xfrm xmlns:a="http://schemas.openxmlformats.org/drawingml/2006/main">
            <a:off x="628650" y="6096000"/>
            <a:ext cx="10382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57717A"/>
                </a:solidFill>
              </a:defRPr>
            </a:defPPr>
            <a:lvl1pPr>
              <a:defRPr sz="1725" b="0">
                <a:solidFill>
                  <a:srgbClr val="57717A"/>
                </a:solidFill>
              </a:defRPr>
            </a:lvl1pPr>
            <a:lvl2pPr>
              <a:defRPr sz="1725" b="0">
                <a:solidFill>
                  <a:srgbClr val="57717A"/>
                </a:solidFill>
              </a:defRPr>
            </a:lvl2pPr>
            <a:lvl3pPr>
              <a:defRPr sz="1725" b="0">
                <a:solidFill>
                  <a:srgbClr val="57717A"/>
                </a:solidFill>
              </a:defRPr>
            </a:lvl3pPr>
            <a:lvl4pPr>
              <a:defRPr sz="1725" b="0">
                <a:solidFill>
                  <a:srgbClr val="57717A"/>
                </a:solidFill>
              </a:defRPr>
            </a:lvl4pPr>
            <a:lvl5pPr>
              <a:defRPr sz="1725" b="0">
                <a:solidFill>
                  <a:srgbClr val="57717A"/>
                </a:solidFill>
              </a:defRPr>
            </a:lvl5pPr>
            <a:lvl6pPr>
              <a:defRPr sz="1725" b="0">
                <a:solidFill>
                  <a:srgbClr val="57717A"/>
                </a:solidFill>
              </a:defRPr>
            </a:lvl6pPr>
            <a:lvl7pPr>
              <a:defRPr sz="1725" b="0">
                <a:solidFill>
                  <a:srgbClr val="57717A"/>
                </a:solidFill>
              </a:defRPr>
            </a:lvl7pPr>
            <a:lvl8pPr>
              <a:defRPr sz="1725" b="0">
                <a:solidFill>
                  <a:srgbClr val="57717A"/>
                </a:solidFill>
              </a:defRPr>
            </a:lvl8pPr>
            <a:lvl9pPr>
              <a:defRPr sz="1725" b="0">
                <a:solidFill>
                  <a:srgbClr val="57717A"/>
                </a:solidFill>
              </a:defRPr>
            </a:lvl9pPr>
          </a:lstStyle>
          <a:p xmlns:a="http://schemas.openxmlformats.org/drawingml/2006/main">
            <a:pPr>
              <a:defRPr sz="1725" b="0">
                <a:solidFill>
                  <a:srgbClr val="57717A"/>
                </a:solidFill>
              </a:defRPr>
            </a:pPr>
            <a:r>
              <a:rPr sz="1725" b="0">
                <a:solidFill>
                  <a:srgbClr val="57717A"/>
                </a:solidFill>
              </a:rPr>
              <a:t>Proje: 5 veri kümesi × 3 arama tekrarı. Eşleşen koşullardaki kazançların ortalaması.</a:t>
            </a:r>
          </a:p>
        </p:txBody>
      </p:sp>
    </p:spTree>
    <p:extLst>
      <p:ext uri="{BB962C8B-B14F-4D97-AF65-F5344CB8AC3E}">
        <p14:creationId xmlns:p14="http://schemas.microsoft.com/office/powerpoint/2010/main" val="1813031099"/>
      </p:ext>
    </p:extLst>
  </p:cSld>
</p:sld>
</file>

<file path=ppt/slides/slide15.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56E3762E-A7A9-4615-BA3B-FE48E1FD5978}"/>
              </a:ext>
            </a:extLst>
          </p:cNvPr>
          <p:cNvPicPr>
            <a:picLocks xmlns:a="http://schemas.openxmlformats.org/drawingml/2006/main" noChangeAspect="1"/>
          </p:cNvPicPr>
          <p:nvPr/>
        </p:nvPicPr>
        <p:blipFill>
          <a:blip xmlns:r="http://schemas.openxmlformats.org/officeDocument/2006/relationships" xmlns:a="http://schemas.openxmlformats.org/drawingml/2006/main" r:embed="Ref95636b212e4f5f"/>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3" name="title">
            <a:extLst xmlns:a="http://schemas.openxmlformats.org/drawingml/2006/main">
              <a:ext uri="{FF2B5EF4-FFF2-40B4-BE49-F238E27FC236}">
                <a16:creationId xmlns:a16="http://schemas.microsoft.com/office/drawing/2014/main" id="{5718779C-3AB2-4B33-859B-5CBFA4BE2C6A}"/>
              </a:ext>
            </a:extLst>
          </p:cNvPr>
          <p:cNvSpPr>
            <a:spLocks xmlns:a="http://schemas.openxmlformats.org/drawingml/2006/main" noGrp="1"/>
          </p:cNvSpPr>
          <p:nvPr/>
        </p:nvSpPr>
        <p:spPr>
          <a:xfrm xmlns:a="http://schemas.openxmlformats.org/drawingml/2006/main">
            <a:off x="628650" y="457200"/>
            <a:ext cx="109347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600" b="1">
                <a:solidFill>
                  <a:srgbClr val="102D3B"/>
                </a:solidFill>
                <a:latin typeface="Segoe UI"/>
                <a:ea typeface="Segoe UI"/>
                <a:cs typeface="Segoe UI"/>
              </a:defRPr>
            </a:defPPr>
            <a:lvl1pPr>
              <a:defRPr sz="3600" b="1">
                <a:solidFill>
                  <a:srgbClr val="102D3B"/>
                </a:solidFill>
                <a:latin typeface="Segoe UI"/>
                <a:ea typeface="Segoe UI"/>
                <a:cs typeface="Segoe UI"/>
              </a:defRPr>
            </a:lvl1pPr>
            <a:lvl2pPr>
              <a:defRPr sz="3600" b="1">
                <a:solidFill>
                  <a:srgbClr val="102D3B"/>
                </a:solidFill>
                <a:latin typeface="Segoe UI"/>
                <a:ea typeface="Segoe UI"/>
                <a:cs typeface="Segoe UI"/>
              </a:defRPr>
            </a:lvl2pPr>
            <a:lvl3pPr>
              <a:defRPr sz="3600" b="1">
                <a:solidFill>
                  <a:srgbClr val="102D3B"/>
                </a:solidFill>
                <a:latin typeface="Segoe UI"/>
                <a:ea typeface="Segoe UI"/>
                <a:cs typeface="Segoe UI"/>
              </a:defRPr>
            </a:lvl3pPr>
            <a:lvl4pPr>
              <a:defRPr sz="3600" b="1">
                <a:solidFill>
                  <a:srgbClr val="102D3B"/>
                </a:solidFill>
                <a:latin typeface="Segoe UI"/>
                <a:ea typeface="Segoe UI"/>
                <a:cs typeface="Segoe UI"/>
              </a:defRPr>
            </a:lvl4pPr>
            <a:lvl5pPr>
              <a:defRPr sz="3600" b="1">
                <a:solidFill>
                  <a:srgbClr val="102D3B"/>
                </a:solidFill>
                <a:latin typeface="Segoe UI"/>
                <a:ea typeface="Segoe UI"/>
                <a:cs typeface="Segoe UI"/>
              </a:defRPr>
            </a:lvl5pPr>
            <a:lvl6pPr>
              <a:defRPr sz="3600" b="1">
                <a:solidFill>
                  <a:srgbClr val="102D3B"/>
                </a:solidFill>
                <a:latin typeface="Segoe UI"/>
                <a:ea typeface="Segoe UI"/>
                <a:cs typeface="Segoe UI"/>
              </a:defRPr>
            </a:lvl6pPr>
            <a:lvl7pPr>
              <a:defRPr sz="3600" b="1">
                <a:solidFill>
                  <a:srgbClr val="102D3B"/>
                </a:solidFill>
                <a:latin typeface="Segoe UI"/>
                <a:ea typeface="Segoe UI"/>
                <a:cs typeface="Segoe UI"/>
              </a:defRPr>
            </a:lvl7pPr>
            <a:lvl8pPr>
              <a:defRPr sz="3600" b="1">
                <a:solidFill>
                  <a:srgbClr val="102D3B"/>
                </a:solidFill>
                <a:latin typeface="Segoe UI"/>
                <a:ea typeface="Segoe UI"/>
                <a:cs typeface="Segoe UI"/>
              </a:defRPr>
            </a:lvl8pPr>
            <a:lvl9pPr>
              <a:defRPr sz="3600" b="1">
                <a:solidFill>
                  <a:srgbClr val="102D3B"/>
                </a:solidFill>
                <a:latin typeface="Segoe UI"/>
                <a:ea typeface="Segoe UI"/>
                <a:cs typeface="Segoe UI"/>
              </a:defRPr>
            </a:lvl9pPr>
          </a:lstStyle>
          <a:p xmlns:a="http://schemas.openxmlformats.org/drawingml/2006/main">
            <a:pPr>
              <a:defRPr sz="3600" b="1">
                <a:solidFill>
                  <a:srgbClr val="102D3B"/>
                </a:solidFill>
                <a:latin typeface="Segoe UI"/>
                <a:ea typeface="Segoe UI"/>
                <a:cs typeface="Segoe UI"/>
              </a:defRPr>
            </a:pPr>
            <a:r>
              <a:rPr sz="3600" b="1">
                <a:solidFill>
                  <a:srgbClr val="102D3B"/>
                </a:solidFill>
                <a:latin typeface="Segoe UI"/>
                <a:ea typeface="Segoe UI"/>
                <a:cs typeface="Segoe UI"/>
              </a:rPr>
              <a:t>Mamdani’nin risk–süre tercihi</a:t>
            </a:r>
          </a:p>
        </p:txBody>
      </p:sp>
      <p:sp>
        <p:nvSpPr>
          <p:cNvPr id="4" name="page">
            <a:extLst xmlns:a="http://schemas.openxmlformats.org/drawingml/2006/main">
              <a:ext uri="{FF2B5EF4-FFF2-40B4-BE49-F238E27FC236}">
                <a16:creationId xmlns:a16="http://schemas.microsoft.com/office/drawing/2014/main" id="{1F9A1FFB-7191-4076-81F5-547EB976AE6F}"/>
              </a:ext>
            </a:extLst>
          </p:cNvPr>
          <p:cNvSpPr>
            <a:spLocks xmlns:a="http://schemas.openxmlformats.org/drawingml/2006/main" noGrp="1"/>
          </p:cNvSpPr>
          <p:nvPr/>
        </p:nvSpPr>
        <p:spPr>
          <a:xfrm xmlns:a="http://schemas.openxmlformats.org/drawingml/2006/main">
            <a:off x="11182350" y="6334125"/>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57717A"/>
                </a:solidFill>
                <a:latin typeface="Segoe UI"/>
                <a:ea typeface="Segoe UI"/>
                <a:cs typeface="Segoe UI"/>
              </a:defRPr>
            </a:defPPr>
            <a:lvl1pPr>
              <a:defRPr sz="1575" b="0">
                <a:solidFill>
                  <a:srgbClr val="57717A"/>
                </a:solidFill>
                <a:latin typeface="Segoe UI"/>
                <a:ea typeface="Segoe UI"/>
                <a:cs typeface="Segoe UI"/>
              </a:defRPr>
            </a:lvl1pPr>
            <a:lvl2pPr>
              <a:defRPr sz="1575" b="0">
                <a:solidFill>
                  <a:srgbClr val="57717A"/>
                </a:solidFill>
                <a:latin typeface="Segoe UI"/>
                <a:ea typeface="Segoe UI"/>
                <a:cs typeface="Segoe UI"/>
              </a:defRPr>
            </a:lvl2pPr>
            <a:lvl3pPr>
              <a:defRPr sz="1575" b="0">
                <a:solidFill>
                  <a:srgbClr val="57717A"/>
                </a:solidFill>
                <a:latin typeface="Segoe UI"/>
                <a:ea typeface="Segoe UI"/>
                <a:cs typeface="Segoe UI"/>
              </a:defRPr>
            </a:lvl3pPr>
            <a:lvl4pPr>
              <a:defRPr sz="1575" b="0">
                <a:solidFill>
                  <a:srgbClr val="57717A"/>
                </a:solidFill>
                <a:latin typeface="Segoe UI"/>
                <a:ea typeface="Segoe UI"/>
                <a:cs typeface="Segoe UI"/>
              </a:defRPr>
            </a:lvl4pPr>
            <a:lvl5pPr>
              <a:defRPr sz="1575" b="0">
                <a:solidFill>
                  <a:srgbClr val="57717A"/>
                </a:solidFill>
                <a:latin typeface="Segoe UI"/>
                <a:ea typeface="Segoe UI"/>
                <a:cs typeface="Segoe UI"/>
              </a:defRPr>
            </a:lvl5pPr>
            <a:lvl6pPr>
              <a:defRPr sz="1575" b="0">
                <a:solidFill>
                  <a:srgbClr val="57717A"/>
                </a:solidFill>
                <a:latin typeface="Segoe UI"/>
                <a:ea typeface="Segoe UI"/>
                <a:cs typeface="Segoe UI"/>
              </a:defRPr>
            </a:lvl6pPr>
            <a:lvl7pPr>
              <a:defRPr sz="1575" b="0">
                <a:solidFill>
                  <a:srgbClr val="57717A"/>
                </a:solidFill>
                <a:latin typeface="Segoe UI"/>
                <a:ea typeface="Segoe UI"/>
                <a:cs typeface="Segoe UI"/>
              </a:defRPr>
            </a:lvl7pPr>
            <a:lvl8pPr>
              <a:defRPr sz="1575" b="0">
                <a:solidFill>
                  <a:srgbClr val="57717A"/>
                </a:solidFill>
                <a:latin typeface="Segoe UI"/>
                <a:ea typeface="Segoe UI"/>
                <a:cs typeface="Segoe UI"/>
              </a:defRPr>
            </a:lvl8pPr>
            <a:lvl9pPr>
              <a:defRPr sz="1575" b="0">
                <a:solidFill>
                  <a:srgbClr val="57717A"/>
                </a:solidFill>
                <a:latin typeface="Segoe UI"/>
                <a:ea typeface="Segoe UI"/>
                <a:cs typeface="Segoe UI"/>
              </a:defRPr>
            </a:lvl9pPr>
          </a:lstStyle>
          <a:p xmlns:a="http://schemas.openxmlformats.org/drawingml/2006/main">
            <a:pPr>
              <a:defRPr sz="1575" b="0">
                <a:solidFill>
                  <a:srgbClr val="57717A"/>
                </a:solidFill>
                <a:latin typeface="Segoe UI"/>
                <a:ea typeface="Segoe UI"/>
                <a:cs typeface="Segoe UI"/>
              </a:defRPr>
            </a:pPr>
            <a:r>
              <a:rPr sz="1575" b="0">
                <a:solidFill>
                  <a:srgbClr val="57717A"/>
                </a:solidFill>
                <a:latin typeface="Segoe UI"/>
                <a:ea typeface="Segoe UI"/>
                <a:cs typeface="Segoe UI"/>
              </a:rPr>
              <a:t>15</a:t>
            </a:r>
          </a:p>
        </p:txBody>
      </p:sp>
      <p:sp>
        <p:nvSpPr>
          <p:cNvPr id="5" name="">
            <a:extLst xmlns:a="http://schemas.openxmlformats.org/drawingml/2006/main">
              <a:ext uri="{FF2B5EF4-FFF2-40B4-BE49-F238E27FC236}">
                <a16:creationId xmlns:a16="http://schemas.microsoft.com/office/drawing/2014/main" id="{721D99A3-105F-4167-9FB9-72C08901A340}"/>
              </a:ext>
            </a:extLst>
          </p:cNvPr>
          <p:cNvSpPr>
            <a:spLocks xmlns:a="http://schemas.openxmlformats.org/drawingml/2006/main" noGrp="1"/>
          </p:cNvSpPr>
          <p:nvPr/>
        </p:nvSpPr>
        <p:spPr>
          <a:xfrm xmlns:a="http://schemas.openxmlformats.org/drawingml/2006/main">
            <a:off x="628650" y="1552575"/>
            <a:ext cx="10858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57717A"/>
                </a:solidFill>
                <a:latin typeface="Segoe UI"/>
                <a:ea typeface="Segoe UI"/>
                <a:cs typeface="Segoe UI"/>
              </a:defRPr>
            </a:defPPr>
            <a:lvl1pPr>
              <a:defRPr sz="2100" b="0">
                <a:solidFill>
                  <a:srgbClr val="57717A"/>
                </a:solidFill>
                <a:latin typeface="Segoe UI"/>
                <a:ea typeface="Segoe UI"/>
                <a:cs typeface="Segoe UI"/>
              </a:defRPr>
            </a:lvl1pPr>
            <a:lvl2pPr>
              <a:defRPr sz="2100" b="0">
                <a:solidFill>
                  <a:srgbClr val="57717A"/>
                </a:solidFill>
                <a:latin typeface="Segoe UI"/>
                <a:ea typeface="Segoe UI"/>
                <a:cs typeface="Segoe UI"/>
              </a:defRPr>
            </a:lvl2pPr>
            <a:lvl3pPr>
              <a:defRPr sz="2100" b="0">
                <a:solidFill>
                  <a:srgbClr val="57717A"/>
                </a:solidFill>
                <a:latin typeface="Segoe UI"/>
                <a:ea typeface="Segoe UI"/>
                <a:cs typeface="Segoe UI"/>
              </a:defRPr>
            </a:lvl3pPr>
            <a:lvl4pPr>
              <a:defRPr sz="2100" b="0">
                <a:solidFill>
                  <a:srgbClr val="57717A"/>
                </a:solidFill>
                <a:latin typeface="Segoe UI"/>
                <a:ea typeface="Segoe UI"/>
                <a:cs typeface="Segoe UI"/>
              </a:defRPr>
            </a:lvl4pPr>
            <a:lvl5pPr>
              <a:defRPr sz="2100" b="0">
                <a:solidFill>
                  <a:srgbClr val="57717A"/>
                </a:solidFill>
                <a:latin typeface="Segoe UI"/>
                <a:ea typeface="Segoe UI"/>
                <a:cs typeface="Segoe UI"/>
              </a:defRPr>
            </a:lvl5pPr>
            <a:lvl6pPr>
              <a:defRPr sz="2100" b="0">
                <a:solidFill>
                  <a:srgbClr val="57717A"/>
                </a:solidFill>
                <a:latin typeface="Segoe UI"/>
                <a:ea typeface="Segoe UI"/>
                <a:cs typeface="Segoe UI"/>
              </a:defRPr>
            </a:lvl6pPr>
            <a:lvl7pPr>
              <a:defRPr sz="2100" b="0">
                <a:solidFill>
                  <a:srgbClr val="57717A"/>
                </a:solidFill>
                <a:latin typeface="Segoe UI"/>
                <a:ea typeface="Segoe UI"/>
                <a:cs typeface="Segoe UI"/>
              </a:defRPr>
            </a:lvl7pPr>
            <a:lvl8pPr>
              <a:defRPr sz="2100" b="0">
                <a:solidFill>
                  <a:srgbClr val="57717A"/>
                </a:solidFill>
                <a:latin typeface="Segoe UI"/>
                <a:ea typeface="Segoe UI"/>
                <a:cs typeface="Segoe UI"/>
              </a:defRPr>
            </a:lvl8pPr>
            <a:lvl9pPr>
              <a:defRPr sz="2100" b="0">
                <a:solidFill>
                  <a:srgbClr val="57717A"/>
                </a:solidFill>
                <a:latin typeface="Segoe UI"/>
                <a:ea typeface="Segoe UI"/>
                <a:cs typeface="Segoe UI"/>
              </a:defRPr>
            </a:lvl9pPr>
          </a:lstStyle>
          <a:p xmlns:a="http://schemas.openxmlformats.org/drawingml/2006/main">
            <a:pPr>
              <a:defRPr sz="2100" b="0">
                <a:solidFill>
                  <a:srgbClr val="57717A"/>
                </a:solidFill>
                <a:latin typeface="Segoe UI"/>
                <a:ea typeface="Segoe UI"/>
                <a:cs typeface="Segoe UI"/>
              </a:defRPr>
            </a:pPr>
            <a:r>
              <a:rPr sz="2100" b="0">
                <a:solidFill>
                  <a:srgbClr val="57717A"/>
                </a:solidFill>
                <a:latin typeface="Segoe UI"/>
                <a:ea typeface="Segoe UI"/>
                <a:cs typeface="Segoe UI"/>
              </a:rPr>
              <a:t>2 kat bağlantı hızında, temel yöntem ile Mamdani karşılaştırması</a:t>
            </a:r>
          </a:p>
        </p:txBody>
      </p:sp>
      <p:sp>
        <p:nvSpPr>
          <p:cNvPr id="6" name="">
            <a:extLst xmlns:a="http://schemas.openxmlformats.org/drawingml/2006/main">
              <a:ext uri="{FF2B5EF4-FFF2-40B4-BE49-F238E27FC236}">
                <a16:creationId xmlns:a16="http://schemas.microsoft.com/office/drawing/2014/main" id="{A8733985-FBED-4A3D-B8AE-7F35A3257E04}"/>
              </a:ext>
            </a:extLst>
          </p:cNvPr>
          <p:cNvSpPr>
            <a:spLocks xmlns:a="http://schemas.openxmlformats.org/drawingml/2006/main" noGrp="1"/>
          </p:cNvSpPr>
          <p:nvPr/>
        </p:nvSpPr>
        <p:spPr>
          <a:xfrm xmlns:a="http://schemas.openxmlformats.org/drawingml/2006/main">
            <a:off x="628650" y="2162175"/>
            <a:ext cx="7096125"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6675" b="1">
                <a:solidFill>
                  <a:srgbClr val="117B78"/>
                </a:solidFill>
                <a:latin typeface="Segoe UI"/>
                <a:ea typeface="Segoe UI"/>
                <a:cs typeface="Segoe UI"/>
              </a:defRPr>
            </a:defPPr>
            <a:lvl1pPr>
              <a:defRPr sz="6675" b="1">
                <a:solidFill>
                  <a:srgbClr val="117B78"/>
                </a:solidFill>
                <a:latin typeface="Segoe UI"/>
                <a:ea typeface="Segoe UI"/>
                <a:cs typeface="Segoe UI"/>
              </a:defRPr>
            </a:lvl1pPr>
            <a:lvl2pPr>
              <a:defRPr sz="6675" b="1">
                <a:solidFill>
                  <a:srgbClr val="117B78"/>
                </a:solidFill>
                <a:latin typeface="Segoe UI"/>
                <a:ea typeface="Segoe UI"/>
                <a:cs typeface="Segoe UI"/>
              </a:defRPr>
            </a:lvl2pPr>
            <a:lvl3pPr>
              <a:defRPr sz="6675" b="1">
                <a:solidFill>
                  <a:srgbClr val="117B78"/>
                </a:solidFill>
                <a:latin typeface="Segoe UI"/>
                <a:ea typeface="Segoe UI"/>
                <a:cs typeface="Segoe UI"/>
              </a:defRPr>
            </a:lvl3pPr>
            <a:lvl4pPr>
              <a:defRPr sz="6675" b="1">
                <a:solidFill>
                  <a:srgbClr val="117B78"/>
                </a:solidFill>
                <a:latin typeface="Segoe UI"/>
                <a:ea typeface="Segoe UI"/>
                <a:cs typeface="Segoe UI"/>
              </a:defRPr>
            </a:lvl4pPr>
            <a:lvl5pPr>
              <a:defRPr sz="6675" b="1">
                <a:solidFill>
                  <a:srgbClr val="117B78"/>
                </a:solidFill>
                <a:latin typeface="Segoe UI"/>
                <a:ea typeface="Segoe UI"/>
                <a:cs typeface="Segoe UI"/>
              </a:defRPr>
            </a:lvl5pPr>
            <a:lvl6pPr>
              <a:defRPr sz="6675" b="1">
                <a:solidFill>
                  <a:srgbClr val="117B78"/>
                </a:solidFill>
                <a:latin typeface="Segoe UI"/>
                <a:ea typeface="Segoe UI"/>
                <a:cs typeface="Segoe UI"/>
              </a:defRPr>
            </a:lvl6pPr>
            <a:lvl7pPr>
              <a:defRPr sz="6675" b="1">
                <a:solidFill>
                  <a:srgbClr val="117B78"/>
                </a:solidFill>
                <a:latin typeface="Segoe UI"/>
                <a:ea typeface="Segoe UI"/>
                <a:cs typeface="Segoe UI"/>
              </a:defRPr>
            </a:lvl7pPr>
            <a:lvl8pPr>
              <a:defRPr sz="6675" b="1">
                <a:solidFill>
                  <a:srgbClr val="117B78"/>
                </a:solidFill>
                <a:latin typeface="Segoe UI"/>
                <a:ea typeface="Segoe UI"/>
                <a:cs typeface="Segoe UI"/>
              </a:defRPr>
            </a:lvl8pPr>
            <a:lvl9pPr>
              <a:defRPr sz="6675" b="1">
                <a:solidFill>
                  <a:srgbClr val="117B78"/>
                </a:solidFill>
                <a:latin typeface="Segoe UI"/>
                <a:ea typeface="Segoe UI"/>
                <a:cs typeface="Segoe UI"/>
              </a:defRPr>
            </a:lvl9pPr>
          </a:lstStyle>
          <a:p xmlns:a="http://schemas.openxmlformats.org/drawingml/2006/main">
            <a:pPr>
              <a:defRPr sz="6675" b="1">
                <a:solidFill>
                  <a:srgbClr val="117B78"/>
                </a:solidFill>
                <a:latin typeface="Segoe UI"/>
                <a:ea typeface="Segoe UI"/>
                <a:cs typeface="Segoe UI"/>
              </a:defRPr>
            </a:pPr>
            <a:r>
              <a:rPr sz="6675" b="1">
                <a:solidFill>
                  <a:srgbClr val="117B78"/>
                </a:solidFill>
                <a:latin typeface="Segoe UI"/>
                <a:ea typeface="Segoe UI"/>
                <a:cs typeface="Segoe UI"/>
              </a:rPr>
              <a:t>−%13,05</a:t>
            </a:r>
          </a:p>
        </p:txBody>
      </p:sp>
      <p:sp>
        <p:nvSpPr>
          <p:cNvPr id="7" name="">
            <a:extLst xmlns:a="http://schemas.openxmlformats.org/drawingml/2006/main">
              <a:ext uri="{FF2B5EF4-FFF2-40B4-BE49-F238E27FC236}">
                <a16:creationId xmlns:a16="http://schemas.microsoft.com/office/drawing/2014/main" id="{130D79B4-B4DD-465D-9579-6348AA8495DD}"/>
              </a:ext>
            </a:extLst>
          </p:cNvPr>
          <p:cNvSpPr>
            <a:spLocks xmlns:a="http://schemas.openxmlformats.org/drawingml/2006/main" noGrp="1"/>
          </p:cNvSpPr>
          <p:nvPr/>
        </p:nvSpPr>
        <p:spPr>
          <a:xfrm xmlns:a="http://schemas.openxmlformats.org/drawingml/2006/main">
            <a:off x="628650" y="3409950"/>
            <a:ext cx="7048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102D3B"/>
                </a:solidFill>
                <a:latin typeface="Segoe UI"/>
                <a:ea typeface="Segoe UI"/>
                <a:cs typeface="Segoe UI"/>
              </a:defRPr>
            </a:defPPr>
            <a:lvl1pPr>
              <a:defRPr sz="2700" b="1">
                <a:solidFill>
                  <a:srgbClr val="102D3B"/>
                </a:solidFill>
                <a:latin typeface="Segoe UI"/>
                <a:ea typeface="Segoe UI"/>
                <a:cs typeface="Segoe UI"/>
              </a:defRPr>
            </a:lvl1pPr>
            <a:lvl2pPr>
              <a:defRPr sz="2700" b="1">
                <a:solidFill>
                  <a:srgbClr val="102D3B"/>
                </a:solidFill>
                <a:latin typeface="Segoe UI"/>
                <a:ea typeface="Segoe UI"/>
                <a:cs typeface="Segoe UI"/>
              </a:defRPr>
            </a:lvl2pPr>
            <a:lvl3pPr>
              <a:defRPr sz="2700" b="1">
                <a:solidFill>
                  <a:srgbClr val="102D3B"/>
                </a:solidFill>
                <a:latin typeface="Segoe UI"/>
                <a:ea typeface="Segoe UI"/>
                <a:cs typeface="Segoe UI"/>
              </a:defRPr>
            </a:lvl3pPr>
            <a:lvl4pPr>
              <a:defRPr sz="2700" b="1">
                <a:solidFill>
                  <a:srgbClr val="102D3B"/>
                </a:solidFill>
                <a:latin typeface="Segoe UI"/>
                <a:ea typeface="Segoe UI"/>
                <a:cs typeface="Segoe UI"/>
              </a:defRPr>
            </a:lvl4pPr>
            <a:lvl5pPr>
              <a:defRPr sz="2700" b="1">
                <a:solidFill>
                  <a:srgbClr val="102D3B"/>
                </a:solidFill>
                <a:latin typeface="Segoe UI"/>
                <a:ea typeface="Segoe UI"/>
                <a:cs typeface="Segoe UI"/>
              </a:defRPr>
            </a:lvl5pPr>
            <a:lvl6pPr>
              <a:defRPr sz="2700" b="1">
                <a:solidFill>
                  <a:srgbClr val="102D3B"/>
                </a:solidFill>
                <a:latin typeface="Segoe UI"/>
                <a:ea typeface="Segoe UI"/>
                <a:cs typeface="Segoe UI"/>
              </a:defRPr>
            </a:lvl6pPr>
            <a:lvl7pPr>
              <a:defRPr sz="2700" b="1">
                <a:solidFill>
                  <a:srgbClr val="102D3B"/>
                </a:solidFill>
                <a:latin typeface="Segoe UI"/>
                <a:ea typeface="Segoe UI"/>
                <a:cs typeface="Segoe UI"/>
              </a:defRPr>
            </a:lvl7pPr>
            <a:lvl8pPr>
              <a:defRPr sz="2700" b="1">
                <a:solidFill>
                  <a:srgbClr val="102D3B"/>
                </a:solidFill>
                <a:latin typeface="Segoe UI"/>
                <a:ea typeface="Segoe UI"/>
                <a:cs typeface="Segoe UI"/>
              </a:defRPr>
            </a:lvl8pPr>
            <a:lvl9pPr>
              <a:defRPr sz="2700" b="1">
                <a:solidFill>
                  <a:srgbClr val="102D3B"/>
                </a:solidFill>
                <a:latin typeface="Segoe UI"/>
                <a:ea typeface="Segoe UI"/>
                <a:cs typeface="Segoe UI"/>
              </a:defRPr>
            </a:lvl9pPr>
          </a:lstStyle>
          <a:p xmlns:a="http://schemas.openxmlformats.org/drawingml/2006/main">
            <a:pPr>
              <a:defRPr sz="2700" b="1">
                <a:solidFill>
                  <a:srgbClr val="102D3B"/>
                </a:solidFill>
                <a:latin typeface="Segoe UI"/>
                <a:ea typeface="Segoe UI"/>
                <a:cs typeface="Segoe UI"/>
              </a:defRPr>
            </a:pPr>
            <a:r>
              <a:rPr sz="2700" b="1">
                <a:solidFill>
                  <a:srgbClr val="102D3B"/>
                </a:solidFill>
                <a:latin typeface="Segoe UI"/>
                <a:ea typeface="Segoe UI"/>
                <a:cs typeface="Segoe UI"/>
              </a:rPr>
              <a:t>Ortalama model riski</a:t>
            </a:r>
          </a:p>
        </p:txBody>
      </p:sp>
      <p:sp>
        <p:nvSpPr>
          <p:cNvPr id="8" name="">
            <a:extLst xmlns:a="http://schemas.openxmlformats.org/drawingml/2006/main">
              <a:ext uri="{FF2B5EF4-FFF2-40B4-BE49-F238E27FC236}">
                <a16:creationId xmlns:a16="http://schemas.microsoft.com/office/drawing/2014/main" id="{48D37ADE-898C-4AFD-AC03-DA7559C69C07}"/>
              </a:ext>
            </a:extLst>
          </p:cNvPr>
          <p:cNvSpPr>
            <a:spLocks xmlns:a="http://schemas.openxmlformats.org/drawingml/2006/main" noGrp="1"/>
          </p:cNvSpPr>
          <p:nvPr/>
        </p:nvSpPr>
        <p:spPr>
          <a:xfrm xmlns:a="http://schemas.openxmlformats.org/drawingml/2006/main">
            <a:off x="628650" y="4124325"/>
            <a:ext cx="67151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57717A"/>
                </a:solidFill>
                <a:latin typeface="Segoe UI"/>
                <a:ea typeface="Segoe UI"/>
                <a:cs typeface="Segoe UI"/>
              </a:defRPr>
            </a:defPPr>
            <a:lvl1pPr>
              <a:defRPr sz="2250" b="0">
                <a:solidFill>
                  <a:srgbClr val="57717A"/>
                </a:solidFill>
                <a:latin typeface="Segoe UI"/>
                <a:ea typeface="Segoe UI"/>
                <a:cs typeface="Segoe UI"/>
              </a:defRPr>
            </a:lvl1pPr>
            <a:lvl2pPr>
              <a:defRPr sz="2250" b="0">
                <a:solidFill>
                  <a:srgbClr val="57717A"/>
                </a:solidFill>
                <a:latin typeface="Segoe UI"/>
                <a:ea typeface="Segoe UI"/>
                <a:cs typeface="Segoe UI"/>
              </a:defRPr>
            </a:lvl2pPr>
            <a:lvl3pPr>
              <a:defRPr sz="2250" b="0">
                <a:solidFill>
                  <a:srgbClr val="57717A"/>
                </a:solidFill>
                <a:latin typeface="Segoe UI"/>
                <a:ea typeface="Segoe UI"/>
                <a:cs typeface="Segoe UI"/>
              </a:defRPr>
            </a:lvl3pPr>
            <a:lvl4pPr>
              <a:defRPr sz="2250" b="0">
                <a:solidFill>
                  <a:srgbClr val="57717A"/>
                </a:solidFill>
                <a:latin typeface="Segoe UI"/>
                <a:ea typeface="Segoe UI"/>
                <a:cs typeface="Segoe UI"/>
              </a:defRPr>
            </a:lvl4pPr>
            <a:lvl5pPr>
              <a:defRPr sz="2250" b="0">
                <a:solidFill>
                  <a:srgbClr val="57717A"/>
                </a:solidFill>
                <a:latin typeface="Segoe UI"/>
                <a:ea typeface="Segoe UI"/>
                <a:cs typeface="Segoe UI"/>
              </a:defRPr>
            </a:lvl5pPr>
            <a:lvl6pPr>
              <a:defRPr sz="2250" b="0">
                <a:solidFill>
                  <a:srgbClr val="57717A"/>
                </a:solidFill>
                <a:latin typeface="Segoe UI"/>
                <a:ea typeface="Segoe UI"/>
                <a:cs typeface="Segoe UI"/>
              </a:defRPr>
            </a:lvl6pPr>
            <a:lvl7pPr>
              <a:defRPr sz="2250" b="0">
                <a:solidFill>
                  <a:srgbClr val="57717A"/>
                </a:solidFill>
                <a:latin typeface="Segoe UI"/>
                <a:ea typeface="Segoe UI"/>
                <a:cs typeface="Segoe UI"/>
              </a:defRPr>
            </a:lvl7pPr>
            <a:lvl8pPr>
              <a:defRPr sz="2250" b="0">
                <a:solidFill>
                  <a:srgbClr val="57717A"/>
                </a:solidFill>
                <a:latin typeface="Segoe UI"/>
                <a:ea typeface="Segoe UI"/>
                <a:cs typeface="Segoe UI"/>
              </a:defRPr>
            </a:lvl8pPr>
            <a:lvl9pPr>
              <a:defRPr sz="2250" b="0">
                <a:solidFill>
                  <a:srgbClr val="57717A"/>
                </a:solidFill>
                <a:latin typeface="Segoe UI"/>
                <a:ea typeface="Segoe UI"/>
                <a:cs typeface="Segoe UI"/>
              </a:defRPr>
            </a:lvl9pPr>
          </a:lstStyle>
          <a:p xmlns:a="http://schemas.openxmlformats.org/drawingml/2006/main">
            <a:pPr>
              <a:defRPr sz="2250" b="0">
                <a:solidFill>
                  <a:srgbClr val="57717A"/>
                </a:solidFill>
                <a:latin typeface="Segoe UI"/>
                <a:ea typeface="Segoe UI"/>
                <a:cs typeface="Segoe UI"/>
              </a:defRPr>
            </a:pPr>
            <a:r>
              <a:rPr sz="2250" b="0">
                <a:solidFill>
                  <a:srgbClr val="57717A"/>
                </a:solidFill>
                <a:latin typeface="Segoe UI"/>
                <a:ea typeface="Segoe UI"/>
                <a:cs typeface="Segoe UI"/>
              </a:rPr>
              <a:t>Temel yöntem   0,006949</a:t>
            </a:r>
          </a:p>
          <a:p xmlns:a="http://schemas.openxmlformats.org/drawingml/2006/main">
            <a:pPr>
              <a:defRPr sz="2250" b="0">
                <a:solidFill>
                  <a:srgbClr val="57717A"/>
                </a:solidFill>
                <a:latin typeface="Segoe UI"/>
                <a:ea typeface="Segoe UI"/>
                <a:cs typeface="Segoe UI"/>
              </a:defRPr>
            </a:pPr>
            <a:r>
              <a:rPr sz="2250" b="0">
                <a:solidFill>
                  <a:srgbClr val="57717A"/>
                </a:solidFill>
                <a:latin typeface="Segoe UI"/>
                <a:ea typeface="Segoe UI"/>
                <a:cs typeface="Segoe UI"/>
              </a:rPr>
              <a:t>Mamdani             0,006042</a:t>
            </a:r>
          </a:p>
        </p:txBody>
      </p:sp>
      <p:sp>
        <p:nvSpPr>
          <p:cNvPr id="9" name="">
            <a:extLst xmlns:a="http://schemas.openxmlformats.org/drawingml/2006/main">
              <a:ext uri="{FF2B5EF4-FFF2-40B4-BE49-F238E27FC236}">
                <a16:creationId xmlns:a16="http://schemas.microsoft.com/office/drawing/2014/main" id="{8216E5E7-E0D4-4D2D-8884-236C4F52FF91}"/>
              </a:ext>
            </a:extLst>
          </p:cNvPr>
          <p:cNvSpPr>
            <a:spLocks xmlns:a="http://schemas.openxmlformats.org/drawingml/2006/main" noGrp="1"/>
          </p:cNvSpPr>
          <p:nvPr/>
        </p:nvSpPr>
        <p:spPr>
          <a:xfrm xmlns:a="http://schemas.openxmlformats.org/drawingml/2006/main">
            <a:off x="7972425" y="2343150"/>
            <a:ext cx="36671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625" b="1">
                <a:solidFill>
                  <a:srgbClr val="C5794E"/>
                </a:solidFill>
                <a:latin typeface="Segoe UI"/>
                <a:ea typeface="Segoe UI"/>
                <a:cs typeface="Segoe UI"/>
              </a:defRPr>
            </a:defPPr>
            <a:lvl1pPr>
              <a:defRPr sz="2625" b="1">
                <a:solidFill>
                  <a:srgbClr val="C5794E"/>
                </a:solidFill>
                <a:latin typeface="Segoe UI"/>
                <a:ea typeface="Segoe UI"/>
                <a:cs typeface="Segoe UI"/>
              </a:defRPr>
            </a:lvl1pPr>
            <a:lvl2pPr>
              <a:defRPr sz="2625" b="1">
                <a:solidFill>
                  <a:srgbClr val="C5794E"/>
                </a:solidFill>
                <a:latin typeface="Segoe UI"/>
                <a:ea typeface="Segoe UI"/>
                <a:cs typeface="Segoe UI"/>
              </a:defRPr>
            </a:lvl2pPr>
            <a:lvl3pPr>
              <a:defRPr sz="2625" b="1">
                <a:solidFill>
                  <a:srgbClr val="C5794E"/>
                </a:solidFill>
                <a:latin typeface="Segoe UI"/>
                <a:ea typeface="Segoe UI"/>
                <a:cs typeface="Segoe UI"/>
              </a:defRPr>
            </a:lvl3pPr>
            <a:lvl4pPr>
              <a:defRPr sz="2625" b="1">
                <a:solidFill>
                  <a:srgbClr val="C5794E"/>
                </a:solidFill>
                <a:latin typeface="Segoe UI"/>
                <a:ea typeface="Segoe UI"/>
                <a:cs typeface="Segoe UI"/>
              </a:defRPr>
            </a:lvl4pPr>
            <a:lvl5pPr>
              <a:defRPr sz="2625" b="1">
                <a:solidFill>
                  <a:srgbClr val="C5794E"/>
                </a:solidFill>
                <a:latin typeface="Segoe UI"/>
                <a:ea typeface="Segoe UI"/>
                <a:cs typeface="Segoe UI"/>
              </a:defRPr>
            </a:lvl5pPr>
            <a:lvl6pPr>
              <a:defRPr sz="2625" b="1">
                <a:solidFill>
                  <a:srgbClr val="C5794E"/>
                </a:solidFill>
                <a:latin typeface="Segoe UI"/>
                <a:ea typeface="Segoe UI"/>
                <a:cs typeface="Segoe UI"/>
              </a:defRPr>
            </a:lvl6pPr>
            <a:lvl7pPr>
              <a:defRPr sz="2625" b="1">
                <a:solidFill>
                  <a:srgbClr val="C5794E"/>
                </a:solidFill>
                <a:latin typeface="Segoe UI"/>
                <a:ea typeface="Segoe UI"/>
                <a:cs typeface="Segoe UI"/>
              </a:defRPr>
            </a:lvl7pPr>
            <a:lvl8pPr>
              <a:defRPr sz="2625" b="1">
                <a:solidFill>
                  <a:srgbClr val="C5794E"/>
                </a:solidFill>
                <a:latin typeface="Segoe UI"/>
                <a:ea typeface="Segoe UI"/>
                <a:cs typeface="Segoe UI"/>
              </a:defRPr>
            </a:lvl8pPr>
            <a:lvl9pPr>
              <a:defRPr sz="2625" b="1">
                <a:solidFill>
                  <a:srgbClr val="C5794E"/>
                </a:solidFill>
                <a:latin typeface="Segoe UI"/>
                <a:ea typeface="Segoe UI"/>
                <a:cs typeface="Segoe UI"/>
              </a:defRPr>
            </a:lvl9pPr>
          </a:lstStyle>
          <a:p xmlns:a="http://schemas.openxmlformats.org/drawingml/2006/main">
            <a:pPr>
              <a:defRPr sz="2625" b="1">
                <a:solidFill>
                  <a:srgbClr val="C5794E"/>
                </a:solidFill>
                <a:latin typeface="Segoe UI"/>
                <a:ea typeface="Segoe UI"/>
                <a:cs typeface="Segoe UI"/>
              </a:defRPr>
            </a:pPr>
            <a:r>
              <a:rPr sz="2625" b="1">
                <a:solidFill>
                  <a:srgbClr val="C5794E"/>
                </a:solidFill>
                <a:latin typeface="Segoe UI"/>
                <a:ea typeface="Segoe UI"/>
                <a:cs typeface="Segoe UI"/>
              </a:rPr>
              <a:t>+%0,104  görev süresi</a:t>
            </a:r>
          </a:p>
        </p:txBody>
      </p:sp>
      <p:sp>
        <p:nvSpPr>
          <p:cNvPr id="10" name="">
            <a:extLst xmlns:a="http://schemas.openxmlformats.org/drawingml/2006/main">
              <a:ext uri="{FF2B5EF4-FFF2-40B4-BE49-F238E27FC236}">
                <a16:creationId xmlns:a16="http://schemas.microsoft.com/office/drawing/2014/main" id="{701153A9-5FE5-4626-AAA7-07975F17B377}"/>
              </a:ext>
            </a:extLst>
          </p:cNvPr>
          <p:cNvSpPr>
            <a:spLocks xmlns:a="http://schemas.openxmlformats.org/drawingml/2006/main" noGrp="1"/>
          </p:cNvSpPr>
          <p:nvPr/>
        </p:nvSpPr>
        <p:spPr>
          <a:xfrm xmlns:a="http://schemas.openxmlformats.org/drawingml/2006/main">
            <a:off x="7972425" y="3305175"/>
            <a:ext cx="366712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57717A"/>
                </a:solidFill>
                <a:latin typeface="Segoe UI"/>
                <a:ea typeface="Segoe UI"/>
                <a:cs typeface="Segoe UI"/>
              </a:defRPr>
            </a:defPPr>
            <a:lvl1pPr>
              <a:defRPr sz="2100" b="0">
                <a:solidFill>
                  <a:srgbClr val="57717A"/>
                </a:solidFill>
                <a:latin typeface="Segoe UI"/>
                <a:ea typeface="Segoe UI"/>
                <a:cs typeface="Segoe UI"/>
              </a:defRPr>
            </a:lvl1pPr>
            <a:lvl2pPr>
              <a:defRPr sz="2100" b="0">
                <a:solidFill>
                  <a:srgbClr val="57717A"/>
                </a:solidFill>
                <a:latin typeface="Segoe UI"/>
                <a:ea typeface="Segoe UI"/>
                <a:cs typeface="Segoe UI"/>
              </a:defRPr>
            </a:lvl2pPr>
            <a:lvl3pPr>
              <a:defRPr sz="2100" b="0">
                <a:solidFill>
                  <a:srgbClr val="57717A"/>
                </a:solidFill>
                <a:latin typeface="Segoe UI"/>
                <a:ea typeface="Segoe UI"/>
                <a:cs typeface="Segoe UI"/>
              </a:defRPr>
            </a:lvl3pPr>
            <a:lvl4pPr>
              <a:defRPr sz="2100" b="0">
                <a:solidFill>
                  <a:srgbClr val="57717A"/>
                </a:solidFill>
                <a:latin typeface="Segoe UI"/>
                <a:ea typeface="Segoe UI"/>
                <a:cs typeface="Segoe UI"/>
              </a:defRPr>
            </a:lvl4pPr>
            <a:lvl5pPr>
              <a:defRPr sz="2100" b="0">
                <a:solidFill>
                  <a:srgbClr val="57717A"/>
                </a:solidFill>
                <a:latin typeface="Segoe UI"/>
                <a:ea typeface="Segoe UI"/>
                <a:cs typeface="Segoe UI"/>
              </a:defRPr>
            </a:lvl5pPr>
            <a:lvl6pPr>
              <a:defRPr sz="2100" b="0">
                <a:solidFill>
                  <a:srgbClr val="57717A"/>
                </a:solidFill>
                <a:latin typeface="Segoe UI"/>
                <a:ea typeface="Segoe UI"/>
                <a:cs typeface="Segoe UI"/>
              </a:defRPr>
            </a:lvl6pPr>
            <a:lvl7pPr>
              <a:defRPr sz="2100" b="0">
                <a:solidFill>
                  <a:srgbClr val="57717A"/>
                </a:solidFill>
                <a:latin typeface="Segoe UI"/>
                <a:ea typeface="Segoe UI"/>
                <a:cs typeface="Segoe UI"/>
              </a:defRPr>
            </a:lvl7pPr>
            <a:lvl8pPr>
              <a:defRPr sz="2100" b="0">
                <a:solidFill>
                  <a:srgbClr val="57717A"/>
                </a:solidFill>
                <a:latin typeface="Segoe UI"/>
                <a:ea typeface="Segoe UI"/>
                <a:cs typeface="Segoe UI"/>
              </a:defRPr>
            </a:lvl8pPr>
            <a:lvl9pPr>
              <a:defRPr sz="2100" b="0">
                <a:solidFill>
                  <a:srgbClr val="57717A"/>
                </a:solidFill>
                <a:latin typeface="Segoe UI"/>
                <a:ea typeface="Segoe UI"/>
                <a:cs typeface="Segoe UI"/>
              </a:defRPr>
            </a:lvl9pPr>
          </a:lstStyle>
          <a:p xmlns:a="http://schemas.openxmlformats.org/drawingml/2006/main">
            <a:pPr>
              <a:defRPr sz="2100" b="0">
                <a:solidFill>
                  <a:srgbClr val="57717A"/>
                </a:solidFill>
                <a:latin typeface="Segoe UI"/>
                <a:ea typeface="Segoe UI"/>
                <a:cs typeface="Segoe UI"/>
              </a:defRPr>
            </a:pPr>
            <a:r>
              <a:rPr sz="2100" b="0">
                <a:solidFill>
                  <a:srgbClr val="57717A"/>
                </a:solidFill>
                <a:latin typeface="Segoe UI"/>
                <a:ea typeface="Segoe UI"/>
                <a:cs typeface="Segoe UI"/>
              </a:rPr>
              <a:t>219,3001 sn’den</a:t>
            </a:r>
          </a:p>
          <a:p xmlns:a="http://schemas.openxmlformats.org/drawingml/2006/main">
            <a:pPr>
              <a:defRPr sz="2100" b="0">
                <a:solidFill>
                  <a:srgbClr val="57717A"/>
                </a:solidFill>
                <a:latin typeface="Segoe UI"/>
                <a:ea typeface="Segoe UI"/>
                <a:cs typeface="Segoe UI"/>
              </a:defRPr>
            </a:pPr>
            <a:r>
              <a:rPr sz="2100" b="0">
                <a:solidFill>
                  <a:srgbClr val="57717A"/>
                </a:solidFill>
                <a:latin typeface="Segoe UI"/>
                <a:ea typeface="Segoe UI"/>
                <a:cs typeface="Segoe UI"/>
              </a:rPr>
              <a:t>219,5273 sn’ye</a:t>
            </a:r>
          </a:p>
        </p:txBody>
      </p:sp>
      <p:sp>
        <p:nvSpPr>
          <p:cNvPr id="11" name="">
            <a:extLst xmlns:a="http://schemas.openxmlformats.org/drawingml/2006/main">
              <a:ext uri="{FF2B5EF4-FFF2-40B4-BE49-F238E27FC236}">
                <a16:creationId xmlns:a16="http://schemas.microsoft.com/office/drawing/2014/main" id="{81C5E73B-9A7D-46B5-9358-B42CDE08BC9E}"/>
              </a:ext>
            </a:extLst>
          </p:cNvPr>
          <p:cNvSpPr>
            <a:spLocks xmlns:a="http://schemas.openxmlformats.org/drawingml/2006/main" noGrp="1"/>
          </p:cNvSpPr>
          <p:nvPr/>
        </p:nvSpPr>
        <p:spPr>
          <a:xfrm xmlns:a="http://schemas.openxmlformats.org/drawingml/2006/main">
            <a:off x="7972425" y="4429125"/>
            <a:ext cx="366712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50" b="1">
                <a:solidFill>
                  <a:srgbClr val="C5794E"/>
                </a:solidFill>
                <a:latin typeface="Segoe UI"/>
                <a:ea typeface="Segoe UI"/>
                <a:cs typeface="Segoe UI"/>
              </a:defRPr>
            </a:defPPr>
            <a:lvl1pPr>
              <a:defRPr sz="2550" b="1">
                <a:solidFill>
                  <a:srgbClr val="C5794E"/>
                </a:solidFill>
                <a:latin typeface="Segoe UI"/>
                <a:ea typeface="Segoe UI"/>
                <a:cs typeface="Segoe UI"/>
              </a:defRPr>
            </a:lvl1pPr>
            <a:lvl2pPr>
              <a:defRPr sz="2550" b="1">
                <a:solidFill>
                  <a:srgbClr val="C5794E"/>
                </a:solidFill>
                <a:latin typeface="Segoe UI"/>
                <a:ea typeface="Segoe UI"/>
                <a:cs typeface="Segoe UI"/>
              </a:defRPr>
            </a:lvl2pPr>
            <a:lvl3pPr>
              <a:defRPr sz="2550" b="1">
                <a:solidFill>
                  <a:srgbClr val="C5794E"/>
                </a:solidFill>
                <a:latin typeface="Segoe UI"/>
                <a:ea typeface="Segoe UI"/>
                <a:cs typeface="Segoe UI"/>
              </a:defRPr>
            </a:lvl3pPr>
            <a:lvl4pPr>
              <a:defRPr sz="2550" b="1">
                <a:solidFill>
                  <a:srgbClr val="C5794E"/>
                </a:solidFill>
                <a:latin typeface="Segoe UI"/>
                <a:ea typeface="Segoe UI"/>
                <a:cs typeface="Segoe UI"/>
              </a:defRPr>
            </a:lvl4pPr>
            <a:lvl5pPr>
              <a:defRPr sz="2550" b="1">
                <a:solidFill>
                  <a:srgbClr val="C5794E"/>
                </a:solidFill>
                <a:latin typeface="Segoe UI"/>
                <a:ea typeface="Segoe UI"/>
                <a:cs typeface="Segoe UI"/>
              </a:defRPr>
            </a:lvl5pPr>
            <a:lvl6pPr>
              <a:defRPr sz="2550" b="1">
                <a:solidFill>
                  <a:srgbClr val="C5794E"/>
                </a:solidFill>
                <a:latin typeface="Segoe UI"/>
                <a:ea typeface="Segoe UI"/>
                <a:cs typeface="Segoe UI"/>
              </a:defRPr>
            </a:lvl6pPr>
            <a:lvl7pPr>
              <a:defRPr sz="2550" b="1">
                <a:solidFill>
                  <a:srgbClr val="C5794E"/>
                </a:solidFill>
                <a:latin typeface="Segoe UI"/>
                <a:ea typeface="Segoe UI"/>
                <a:cs typeface="Segoe UI"/>
              </a:defRPr>
            </a:lvl7pPr>
            <a:lvl8pPr>
              <a:defRPr sz="2550" b="1">
                <a:solidFill>
                  <a:srgbClr val="C5794E"/>
                </a:solidFill>
                <a:latin typeface="Segoe UI"/>
                <a:ea typeface="Segoe UI"/>
                <a:cs typeface="Segoe UI"/>
              </a:defRPr>
            </a:lvl8pPr>
            <a:lvl9pPr>
              <a:defRPr sz="2550" b="1">
                <a:solidFill>
                  <a:srgbClr val="C5794E"/>
                </a:solidFill>
                <a:latin typeface="Segoe UI"/>
                <a:ea typeface="Segoe UI"/>
                <a:cs typeface="Segoe UI"/>
              </a:defRPr>
            </a:lvl9pPr>
          </a:lstStyle>
          <a:p xmlns:a="http://schemas.openxmlformats.org/drawingml/2006/main">
            <a:pPr>
              <a:defRPr sz="2550" b="1">
                <a:solidFill>
                  <a:srgbClr val="C5794E"/>
                </a:solidFill>
                <a:latin typeface="Segoe UI"/>
                <a:ea typeface="Segoe UI"/>
                <a:cs typeface="Segoe UI"/>
              </a:defRPr>
            </a:pPr>
            <a:r>
              <a:rPr sz="2550" b="1">
                <a:solidFill>
                  <a:srgbClr val="C5794E"/>
                </a:solidFill>
                <a:latin typeface="Segoe UI"/>
                <a:ea typeface="Segoe UI"/>
                <a:cs typeface="Segoe UI"/>
              </a:rPr>
              <a:t>+%0,110  toplam F</a:t>
            </a:r>
          </a:p>
        </p:txBody>
      </p:sp>
      <p:sp>
        <p:nvSpPr>
          <p:cNvPr id="12" name="">
            <a:extLst xmlns:a="http://schemas.openxmlformats.org/drawingml/2006/main">
              <a:ext uri="{FF2B5EF4-FFF2-40B4-BE49-F238E27FC236}">
                <a16:creationId xmlns:a16="http://schemas.microsoft.com/office/drawing/2014/main" id="{880DA481-6243-4CCB-9889-184B86A122D1}"/>
              </a:ext>
            </a:extLst>
          </p:cNvPr>
          <p:cNvSpPr>
            <a:spLocks xmlns:a="http://schemas.openxmlformats.org/drawingml/2006/main" noGrp="1"/>
          </p:cNvSpPr>
          <p:nvPr/>
        </p:nvSpPr>
        <p:spPr>
          <a:xfrm xmlns:a="http://schemas.openxmlformats.org/drawingml/2006/main">
            <a:off x="7972425" y="5038725"/>
            <a:ext cx="366712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57717A"/>
                </a:solidFill>
                <a:latin typeface="Segoe UI"/>
                <a:ea typeface="Segoe UI"/>
                <a:cs typeface="Segoe UI"/>
              </a:defRPr>
            </a:defPPr>
            <a:lvl1pPr>
              <a:defRPr sz="2025" b="0">
                <a:solidFill>
                  <a:srgbClr val="57717A"/>
                </a:solidFill>
                <a:latin typeface="Segoe UI"/>
                <a:ea typeface="Segoe UI"/>
                <a:cs typeface="Segoe UI"/>
              </a:defRPr>
            </a:lvl1pPr>
            <a:lvl2pPr>
              <a:defRPr sz="2025" b="0">
                <a:solidFill>
                  <a:srgbClr val="57717A"/>
                </a:solidFill>
                <a:latin typeface="Segoe UI"/>
                <a:ea typeface="Segoe UI"/>
                <a:cs typeface="Segoe UI"/>
              </a:defRPr>
            </a:lvl2pPr>
            <a:lvl3pPr>
              <a:defRPr sz="2025" b="0">
                <a:solidFill>
                  <a:srgbClr val="57717A"/>
                </a:solidFill>
                <a:latin typeface="Segoe UI"/>
                <a:ea typeface="Segoe UI"/>
                <a:cs typeface="Segoe UI"/>
              </a:defRPr>
            </a:lvl3pPr>
            <a:lvl4pPr>
              <a:defRPr sz="2025" b="0">
                <a:solidFill>
                  <a:srgbClr val="57717A"/>
                </a:solidFill>
                <a:latin typeface="Segoe UI"/>
                <a:ea typeface="Segoe UI"/>
                <a:cs typeface="Segoe UI"/>
              </a:defRPr>
            </a:lvl4pPr>
            <a:lvl5pPr>
              <a:defRPr sz="2025" b="0">
                <a:solidFill>
                  <a:srgbClr val="57717A"/>
                </a:solidFill>
                <a:latin typeface="Segoe UI"/>
                <a:ea typeface="Segoe UI"/>
                <a:cs typeface="Segoe UI"/>
              </a:defRPr>
            </a:lvl5pPr>
            <a:lvl6pPr>
              <a:defRPr sz="2025" b="0">
                <a:solidFill>
                  <a:srgbClr val="57717A"/>
                </a:solidFill>
                <a:latin typeface="Segoe UI"/>
                <a:ea typeface="Segoe UI"/>
                <a:cs typeface="Segoe UI"/>
              </a:defRPr>
            </a:lvl6pPr>
            <a:lvl7pPr>
              <a:defRPr sz="2025" b="0">
                <a:solidFill>
                  <a:srgbClr val="57717A"/>
                </a:solidFill>
                <a:latin typeface="Segoe UI"/>
                <a:ea typeface="Segoe UI"/>
                <a:cs typeface="Segoe UI"/>
              </a:defRPr>
            </a:lvl7pPr>
            <a:lvl8pPr>
              <a:defRPr sz="2025" b="0">
                <a:solidFill>
                  <a:srgbClr val="57717A"/>
                </a:solidFill>
                <a:latin typeface="Segoe UI"/>
                <a:ea typeface="Segoe UI"/>
                <a:cs typeface="Segoe UI"/>
              </a:defRPr>
            </a:lvl8pPr>
            <a:lvl9pPr>
              <a:defRPr sz="2025" b="0">
                <a:solidFill>
                  <a:srgbClr val="57717A"/>
                </a:solidFill>
                <a:latin typeface="Segoe UI"/>
                <a:ea typeface="Segoe UI"/>
                <a:cs typeface="Segoe UI"/>
              </a:defRPr>
            </a:lvl9pPr>
          </a:lstStyle>
          <a:p xmlns:a="http://schemas.openxmlformats.org/drawingml/2006/main">
            <a:pPr>
              <a:defRPr sz="2025" b="0">
                <a:solidFill>
                  <a:srgbClr val="57717A"/>
                </a:solidFill>
                <a:latin typeface="Segoe UI"/>
                <a:ea typeface="Segoe UI"/>
                <a:cs typeface="Segoe UI"/>
              </a:defRPr>
            </a:pPr>
            <a:r>
              <a:rPr sz="2025" b="0">
                <a:solidFill>
                  <a:srgbClr val="57717A"/>
                </a:solidFill>
                <a:latin typeface="Segoe UI"/>
                <a:ea typeface="Segoe UI"/>
                <a:cs typeface="Segoe UI"/>
              </a:rPr>
              <a:t>0,317580’den 0,317929’a</a:t>
            </a:r>
          </a:p>
        </p:txBody>
      </p:sp>
      <p:sp>
        <p:nvSpPr>
          <p:cNvPr id="13" name="">
            <a:extLst xmlns:a="http://schemas.openxmlformats.org/drawingml/2006/main">
              <a:ext uri="{FF2B5EF4-FFF2-40B4-BE49-F238E27FC236}">
                <a16:creationId xmlns:a16="http://schemas.microsoft.com/office/drawing/2014/main" id="{66D809CC-2782-46BD-AE11-C7D63A285CF1}"/>
              </a:ext>
            </a:extLst>
          </p:cNvPr>
          <p:cNvSpPr>
            <a:spLocks xmlns:a="http://schemas.openxmlformats.org/drawingml/2006/main" noGrp="1"/>
          </p:cNvSpPr>
          <p:nvPr/>
        </p:nvSpPr>
        <p:spPr>
          <a:xfrm xmlns:a="http://schemas.openxmlformats.org/drawingml/2006/main">
            <a:off x="628650" y="5953125"/>
            <a:ext cx="1085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57717A"/>
                </a:solidFill>
                <a:latin typeface="Segoe UI"/>
                <a:ea typeface="Segoe UI"/>
                <a:cs typeface="Segoe UI"/>
              </a:defRPr>
            </a:defPPr>
            <a:lvl1pPr>
              <a:defRPr sz="1950" b="0">
                <a:solidFill>
                  <a:srgbClr val="57717A"/>
                </a:solidFill>
                <a:latin typeface="Segoe UI"/>
                <a:ea typeface="Segoe UI"/>
                <a:cs typeface="Segoe UI"/>
              </a:defRPr>
            </a:lvl1pPr>
            <a:lvl2pPr>
              <a:defRPr sz="1950" b="0">
                <a:solidFill>
                  <a:srgbClr val="57717A"/>
                </a:solidFill>
                <a:latin typeface="Segoe UI"/>
                <a:ea typeface="Segoe UI"/>
                <a:cs typeface="Segoe UI"/>
              </a:defRPr>
            </a:lvl2pPr>
            <a:lvl3pPr>
              <a:defRPr sz="1950" b="0">
                <a:solidFill>
                  <a:srgbClr val="57717A"/>
                </a:solidFill>
                <a:latin typeface="Segoe UI"/>
                <a:ea typeface="Segoe UI"/>
                <a:cs typeface="Segoe UI"/>
              </a:defRPr>
            </a:lvl3pPr>
            <a:lvl4pPr>
              <a:defRPr sz="1950" b="0">
                <a:solidFill>
                  <a:srgbClr val="57717A"/>
                </a:solidFill>
                <a:latin typeface="Segoe UI"/>
                <a:ea typeface="Segoe UI"/>
                <a:cs typeface="Segoe UI"/>
              </a:defRPr>
            </a:lvl4pPr>
            <a:lvl5pPr>
              <a:defRPr sz="1950" b="0">
                <a:solidFill>
                  <a:srgbClr val="57717A"/>
                </a:solidFill>
                <a:latin typeface="Segoe UI"/>
                <a:ea typeface="Segoe UI"/>
                <a:cs typeface="Segoe UI"/>
              </a:defRPr>
            </a:lvl5pPr>
            <a:lvl6pPr>
              <a:defRPr sz="1950" b="0">
                <a:solidFill>
                  <a:srgbClr val="57717A"/>
                </a:solidFill>
                <a:latin typeface="Segoe UI"/>
                <a:ea typeface="Segoe UI"/>
                <a:cs typeface="Segoe UI"/>
              </a:defRPr>
            </a:lvl6pPr>
            <a:lvl7pPr>
              <a:defRPr sz="1950" b="0">
                <a:solidFill>
                  <a:srgbClr val="57717A"/>
                </a:solidFill>
                <a:latin typeface="Segoe UI"/>
                <a:ea typeface="Segoe UI"/>
                <a:cs typeface="Segoe UI"/>
              </a:defRPr>
            </a:lvl7pPr>
            <a:lvl8pPr>
              <a:defRPr sz="1950" b="0">
                <a:solidFill>
                  <a:srgbClr val="57717A"/>
                </a:solidFill>
                <a:latin typeface="Segoe UI"/>
                <a:ea typeface="Segoe UI"/>
                <a:cs typeface="Segoe UI"/>
              </a:defRPr>
            </a:lvl8pPr>
            <a:lvl9pPr>
              <a:defRPr sz="1950" b="0">
                <a:solidFill>
                  <a:srgbClr val="57717A"/>
                </a:solidFill>
                <a:latin typeface="Segoe UI"/>
                <a:ea typeface="Segoe UI"/>
                <a:cs typeface="Segoe UI"/>
              </a:defRPr>
            </a:lvl9pPr>
          </a:lstStyle>
          <a:p xmlns:a="http://schemas.openxmlformats.org/drawingml/2006/main">
            <a:pPr>
              <a:defRPr sz="1950" b="0">
                <a:solidFill>
                  <a:srgbClr val="57717A"/>
                </a:solidFill>
                <a:latin typeface="Segoe UI"/>
                <a:ea typeface="Segoe UI"/>
                <a:cs typeface="Segoe UI"/>
              </a:defRPr>
            </a:pPr>
            <a:r>
              <a:rPr sz="1950" b="0">
                <a:solidFill>
                  <a:srgbClr val="57717A"/>
                </a:solidFill>
                <a:latin typeface="Segoe UI"/>
                <a:ea typeface="Segoe UI"/>
                <a:cs typeface="Segoe UI"/>
              </a:rPr>
              <a:t>Daha düşük risk için süre ve F biraz arttı. 0,5 ve 1 kat hızda fark görülmedi.</a:t>
            </a:r>
          </a:p>
        </p:txBody>
      </p:sp>
    </p:spTree>
    <p:extLst>
      <p:ext uri="{BB962C8B-B14F-4D97-AF65-F5344CB8AC3E}">
        <p14:creationId xmlns:p14="http://schemas.microsoft.com/office/powerpoint/2010/main" val="879815888"/>
      </p:ext>
    </p:extLst>
  </p:cSld>
</p:sld>
</file>

<file path=ppt/slides/slide16.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54ECFAFC-C4EE-440E-9F00-7980105E4895}"/>
              </a:ext>
            </a:extLst>
          </p:cNvPr>
          <p:cNvPicPr>
            <a:picLocks xmlns:a="http://schemas.openxmlformats.org/drawingml/2006/main" noChangeAspect="1"/>
          </p:cNvPicPr>
          <p:nvPr/>
        </p:nvPicPr>
        <p:blipFill>
          <a:blip xmlns:r="http://schemas.openxmlformats.org/officeDocument/2006/relationships" xmlns:a="http://schemas.openxmlformats.org/drawingml/2006/main" r:embed="R71a87c9631484808"/>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3" name="title">
            <a:extLst xmlns:a="http://schemas.openxmlformats.org/drawingml/2006/main">
              <a:ext uri="{FF2B5EF4-FFF2-40B4-BE49-F238E27FC236}">
                <a16:creationId xmlns:a16="http://schemas.microsoft.com/office/drawing/2014/main" id="{AD6FD712-A0B6-4C37-9BB0-8DC319B395E3}"/>
              </a:ext>
            </a:extLst>
          </p:cNvPr>
          <p:cNvSpPr>
            <a:spLocks xmlns:a="http://schemas.openxmlformats.org/drawingml/2006/main" noGrp="1"/>
          </p:cNvSpPr>
          <p:nvPr/>
        </p:nvSpPr>
        <p:spPr>
          <a:xfrm xmlns:a="http://schemas.openxmlformats.org/drawingml/2006/main">
            <a:off x="628650" y="457200"/>
            <a:ext cx="109347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600" b="1">
                <a:solidFill>
                  <a:srgbClr val="102D3B"/>
                </a:solidFill>
                <a:latin typeface="Segoe UI"/>
                <a:ea typeface="Segoe UI"/>
                <a:cs typeface="Segoe UI"/>
              </a:defRPr>
            </a:defPPr>
            <a:lvl1pPr>
              <a:defRPr sz="3600" b="1">
                <a:solidFill>
                  <a:srgbClr val="102D3B"/>
                </a:solidFill>
                <a:latin typeface="Segoe UI"/>
                <a:ea typeface="Segoe UI"/>
                <a:cs typeface="Segoe UI"/>
              </a:defRPr>
            </a:lvl1pPr>
            <a:lvl2pPr>
              <a:defRPr sz="3600" b="1">
                <a:solidFill>
                  <a:srgbClr val="102D3B"/>
                </a:solidFill>
                <a:latin typeface="Segoe UI"/>
                <a:ea typeface="Segoe UI"/>
                <a:cs typeface="Segoe UI"/>
              </a:defRPr>
            </a:lvl2pPr>
            <a:lvl3pPr>
              <a:defRPr sz="3600" b="1">
                <a:solidFill>
                  <a:srgbClr val="102D3B"/>
                </a:solidFill>
                <a:latin typeface="Segoe UI"/>
                <a:ea typeface="Segoe UI"/>
                <a:cs typeface="Segoe UI"/>
              </a:defRPr>
            </a:lvl3pPr>
            <a:lvl4pPr>
              <a:defRPr sz="3600" b="1">
                <a:solidFill>
                  <a:srgbClr val="102D3B"/>
                </a:solidFill>
                <a:latin typeface="Segoe UI"/>
                <a:ea typeface="Segoe UI"/>
                <a:cs typeface="Segoe UI"/>
              </a:defRPr>
            </a:lvl4pPr>
            <a:lvl5pPr>
              <a:defRPr sz="3600" b="1">
                <a:solidFill>
                  <a:srgbClr val="102D3B"/>
                </a:solidFill>
                <a:latin typeface="Segoe UI"/>
                <a:ea typeface="Segoe UI"/>
                <a:cs typeface="Segoe UI"/>
              </a:defRPr>
            </a:lvl5pPr>
            <a:lvl6pPr>
              <a:defRPr sz="3600" b="1">
                <a:solidFill>
                  <a:srgbClr val="102D3B"/>
                </a:solidFill>
                <a:latin typeface="Segoe UI"/>
                <a:ea typeface="Segoe UI"/>
                <a:cs typeface="Segoe UI"/>
              </a:defRPr>
            </a:lvl6pPr>
            <a:lvl7pPr>
              <a:defRPr sz="3600" b="1">
                <a:solidFill>
                  <a:srgbClr val="102D3B"/>
                </a:solidFill>
                <a:latin typeface="Segoe UI"/>
                <a:ea typeface="Segoe UI"/>
                <a:cs typeface="Segoe UI"/>
              </a:defRPr>
            </a:lvl7pPr>
            <a:lvl8pPr>
              <a:defRPr sz="3600" b="1">
                <a:solidFill>
                  <a:srgbClr val="102D3B"/>
                </a:solidFill>
                <a:latin typeface="Segoe UI"/>
                <a:ea typeface="Segoe UI"/>
                <a:cs typeface="Segoe UI"/>
              </a:defRPr>
            </a:lvl8pPr>
            <a:lvl9pPr>
              <a:defRPr sz="3600" b="1">
                <a:solidFill>
                  <a:srgbClr val="102D3B"/>
                </a:solidFill>
                <a:latin typeface="Segoe UI"/>
                <a:ea typeface="Segoe UI"/>
                <a:cs typeface="Segoe UI"/>
              </a:defRPr>
            </a:lvl9pPr>
          </a:lstStyle>
          <a:p xmlns:a="http://schemas.openxmlformats.org/drawingml/2006/main">
            <a:pPr>
              <a:defRPr sz="3600" b="1">
                <a:solidFill>
                  <a:srgbClr val="102D3B"/>
                </a:solidFill>
                <a:latin typeface="Segoe UI"/>
                <a:ea typeface="Segoe UI"/>
                <a:cs typeface="Segoe UI"/>
              </a:defRPr>
            </a:pPr>
            <a:r>
              <a:rPr sz="3600" b="1">
                <a:solidFill>
                  <a:srgbClr val="102D3B"/>
                </a:solidFill>
                <a:latin typeface="Segoe UI"/>
                <a:ea typeface="Segoe UI"/>
                <a:cs typeface="Segoe UI"/>
              </a:rPr>
              <a:t>Katkının sınırını kontrol ettim</a:t>
            </a:r>
          </a:p>
        </p:txBody>
      </p:sp>
      <p:sp>
        <p:nvSpPr>
          <p:cNvPr id="4" name="page">
            <a:extLst xmlns:a="http://schemas.openxmlformats.org/drawingml/2006/main">
              <a:ext uri="{FF2B5EF4-FFF2-40B4-BE49-F238E27FC236}">
                <a16:creationId xmlns:a16="http://schemas.microsoft.com/office/drawing/2014/main" id="{CAE4A607-A4DA-4F8B-A891-6494507FBDDF}"/>
              </a:ext>
            </a:extLst>
          </p:cNvPr>
          <p:cNvSpPr>
            <a:spLocks xmlns:a="http://schemas.openxmlformats.org/drawingml/2006/main" noGrp="1"/>
          </p:cNvSpPr>
          <p:nvPr/>
        </p:nvSpPr>
        <p:spPr>
          <a:xfrm xmlns:a="http://schemas.openxmlformats.org/drawingml/2006/main">
            <a:off x="11182350" y="6334125"/>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57717A"/>
                </a:solidFill>
                <a:latin typeface="Segoe UI"/>
                <a:ea typeface="Segoe UI"/>
                <a:cs typeface="Segoe UI"/>
              </a:defRPr>
            </a:defPPr>
            <a:lvl1pPr>
              <a:defRPr sz="1575" b="0">
                <a:solidFill>
                  <a:srgbClr val="57717A"/>
                </a:solidFill>
                <a:latin typeface="Segoe UI"/>
                <a:ea typeface="Segoe UI"/>
                <a:cs typeface="Segoe UI"/>
              </a:defRPr>
            </a:lvl1pPr>
            <a:lvl2pPr>
              <a:defRPr sz="1575" b="0">
                <a:solidFill>
                  <a:srgbClr val="57717A"/>
                </a:solidFill>
                <a:latin typeface="Segoe UI"/>
                <a:ea typeface="Segoe UI"/>
                <a:cs typeface="Segoe UI"/>
              </a:defRPr>
            </a:lvl2pPr>
            <a:lvl3pPr>
              <a:defRPr sz="1575" b="0">
                <a:solidFill>
                  <a:srgbClr val="57717A"/>
                </a:solidFill>
                <a:latin typeface="Segoe UI"/>
                <a:ea typeface="Segoe UI"/>
                <a:cs typeface="Segoe UI"/>
              </a:defRPr>
            </a:lvl3pPr>
            <a:lvl4pPr>
              <a:defRPr sz="1575" b="0">
                <a:solidFill>
                  <a:srgbClr val="57717A"/>
                </a:solidFill>
                <a:latin typeface="Segoe UI"/>
                <a:ea typeface="Segoe UI"/>
                <a:cs typeface="Segoe UI"/>
              </a:defRPr>
            </a:lvl4pPr>
            <a:lvl5pPr>
              <a:defRPr sz="1575" b="0">
                <a:solidFill>
                  <a:srgbClr val="57717A"/>
                </a:solidFill>
                <a:latin typeface="Segoe UI"/>
                <a:ea typeface="Segoe UI"/>
                <a:cs typeface="Segoe UI"/>
              </a:defRPr>
            </a:lvl5pPr>
            <a:lvl6pPr>
              <a:defRPr sz="1575" b="0">
                <a:solidFill>
                  <a:srgbClr val="57717A"/>
                </a:solidFill>
                <a:latin typeface="Segoe UI"/>
                <a:ea typeface="Segoe UI"/>
                <a:cs typeface="Segoe UI"/>
              </a:defRPr>
            </a:lvl6pPr>
            <a:lvl7pPr>
              <a:defRPr sz="1575" b="0">
                <a:solidFill>
                  <a:srgbClr val="57717A"/>
                </a:solidFill>
                <a:latin typeface="Segoe UI"/>
                <a:ea typeface="Segoe UI"/>
                <a:cs typeface="Segoe UI"/>
              </a:defRPr>
            </a:lvl7pPr>
            <a:lvl8pPr>
              <a:defRPr sz="1575" b="0">
                <a:solidFill>
                  <a:srgbClr val="57717A"/>
                </a:solidFill>
                <a:latin typeface="Segoe UI"/>
                <a:ea typeface="Segoe UI"/>
                <a:cs typeface="Segoe UI"/>
              </a:defRPr>
            </a:lvl8pPr>
            <a:lvl9pPr>
              <a:defRPr sz="1575" b="0">
                <a:solidFill>
                  <a:srgbClr val="57717A"/>
                </a:solidFill>
                <a:latin typeface="Segoe UI"/>
                <a:ea typeface="Segoe UI"/>
                <a:cs typeface="Segoe UI"/>
              </a:defRPr>
            </a:lvl9pPr>
          </a:lstStyle>
          <a:p xmlns:a="http://schemas.openxmlformats.org/drawingml/2006/main">
            <a:pPr>
              <a:defRPr sz="1575" b="0">
                <a:solidFill>
                  <a:srgbClr val="57717A"/>
                </a:solidFill>
                <a:latin typeface="Segoe UI"/>
                <a:ea typeface="Segoe UI"/>
                <a:cs typeface="Segoe UI"/>
              </a:defRPr>
            </a:pPr>
            <a:r>
              <a:rPr sz="1575" b="0">
                <a:solidFill>
                  <a:srgbClr val="57717A"/>
                </a:solidFill>
                <a:latin typeface="Segoe UI"/>
                <a:ea typeface="Segoe UI"/>
                <a:cs typeface="Segoe UI"/>
              </a:rPr>
              <a:t>16</a:t>
            </a:r>
          </a:p>
        </p:txBody>
      </p:sp>
      <p:graphicFrame>
        <p:nvGraphicFramePr>
          <p:cNvPr id="5" name="Chart">
            <a:extLst xmlns:a="http://schemas.openxmlformats.org/drawingml/2006/main">
              <a:ext uri="{FF2B5EF4-FFF2-40B4-BE49-F238E27FC236}">
                <a16:creationId xmlns:a16="http://schemas.microsoft.com/office/drawing/2014/main" id="{3FA8D826-2561-485C-B984-5B7B8F3101E8}"/>
              </a:ext>
            </a:extLst>
          </p:cNvPr>
          <p:cNvGraphicFramePr/>
          <p:nvPr/>
        </p:nvGraphicFramePr>
        <p:xfrm>
          <a:off xmlns:a="http://schemas.openxmlformats.org/drawingml/2006/main" x="628650" y="2219325"/>
          <a:ext xmlns:a="http://schemas.openxmlformats.org/drawingml/2006/main" cx="7381875" cy="3314700"/>
        </p:xfrm>
        <a:graphic xmlns:a="http://schemas.openxmlformats.org/drawingml/2006/main">
          <a:graphicData uri="http://schemas.openxmlformats.org/drawingml/2006/chart">
            <c:chart xmlns:r="http://schemas.openxmlformats.org/officeDocument/2006/relationships" xmlns:c="http://schemas.openxmlformats.org/drawingml/2006/chart" r:id="R7b4367b0661c4387"/>
          </a:graphicData>
        </a:graphic>
      </p:graphicFrame>
      <p:sp>
        <p:nvSpPr>
          <p:cNvPr id="6" name="">
            <a:extLst xmlns:a="http://schemas.openxmlformats.org/drawingml/2006/main">
              <a:ext uri="{FF2B5EF4-FFF2-40B4-BE49-F238E27FC236}">
                <a16:creationId xmlns:a16="http://schemas.microsoft.com/office/drawing/2014/main" id="{F9D64C2A-EFF1-44AF-AF3C-0AF4DAD57F7E}"/>
              </a:ext>
            </a:extLst>
          </p:cNvPr>
          <p:cNvSpPr>
            <a:spLocks xmlns:a="http://schemas.openxmlformats.org/drawingml/2006/main" noGrp="1"/>
          </p:cNvSpPr>
          <p:nvPr/>
        </p:nvSpPr>
        <p:spPr>
          <a:xfrm xmlns:a="http://schemas.openxmlformats.org/drawingml/2006/main">
            <a:off x="628650" y="1714500"/>
            <a:ext cx="7381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57717A"/>
                </a:solidFill>
                <a:latin typeface="Segoe UI"/>
                <a:ea typeface="Segoe UI"/>
                <a:cs typeface="Segoe UI"/>
              </a:defRPr>
            </a:defPPr>
            <a:lvl1pPr>
              <a:defRPr sz="1950" b="0">
                <a:solidFill>
                  <a:srgbClr val="57717A"/>
                </a:solidFill>
                <a:latin typeface="Segoe UI"/>
                <a:ea typeface="Segoe UI"/>
                <a:cs typeface="Segoe UI"/>
              </a:defRPr>
            </a:lvl1pPr>
            <a:lvl2pPr>
              <a:defRPr sz="1950" b="0">
                <a:solidFill>
                  <a:srgbClr val="57717A"/>
                </a:solidFill>
                <a:latin typeface="Segoe UI"/>
                <a:ea typeface="Segoe UI"/>
                <a:cs typeface="Segoe UI"/>
              </a:defRPr>
            </a:lvl2pPr>
            <a:lvl3pPr>
              <a:defRPr sz="1950" b="0">
                <a:solidFill>
                  <a:srgbClr val="57717A"/>
                </a:solidFill>
                <a:latin typeface="Segoe UI"/>
                <a:ea typeface="Segoe UI"/>
                <a:cs typeface="Segoe UI"/>
              </a:defRPr>
            </a:lvl3pPr>
            <a:lvl4pPr>
              <a:defRPr sz="1950" b="0">
                <a:solidFill>
                  <a:srgbClr val="57717A"/>
                </a:solidFill>
                <a:latin typeface="Segoe UI"/>
                <a:ea typeface="Segoe UI"/>
                <a:cs typeface="Segoe UI"/>
              </a:defRPr>
            </a:lvl4pPr>
            <a:lvl5pPr>
              <a:defRPr sz="1950" b="0">
                <a:solidFill>
                  <a:srgbClr val="57717A"/>
                </a:solidFill>
                <a:latin typeface="Segoe UI"/>
                <a:ea typeface="Segoe UI"/>
                <a:cs typeface="Segoe UI"/>
              </a:defRPr>
            </a:lvl5pPr>
            <a:lvl6pPr>
              <a:defRPr sz="1950" b="0">
                <a:solidFill>
                  <a:srgbClr val="57717A"/>
                </a:solidFill>
                <a:latin typeface="Segoe UI"/>
                <a:ea typeface="Segoe UI"/>
                <a:cs typeface="Segoe UI"/>
              </a:defRPr>
            </a:lvl6pPr>
            <a:lvl7pPr>
              <a:defRPr sz="1950" b="0">
                <a:solidFill>
                  <a:srgbClr val="57717A"/>
                </a:solidFill>
                <a:latin typeface="Segoe UI"/>
                <a:ea typeface="Segoe UI"/>
                <a:cs typeface="Segoe UI"/>
              </a:defRPr>
            </a:lvl7pPr>
            <a:lvl8pPr>
              <a:defRPr sz="1950" b="0">
                <a:solidFill>
                  <a:srgbClr val="57717A"/>
                </a:solidFill>
                <a:latin typeface="Segoe UI"/>
                <a:ea typeface="Segoe UI"/>
                <a:cs typeface="Segoe UI"/>
              </a:defRPr>
            </a:lvl8pPr>
            <a:lvl9pPr>
              <a:defRPr sz="1950" b="0">
                <a:solidFill>
                  <a:srgbClr val="57717A"/>
                </a:solidFill>
                <a:latin typeface="Segoe UI"/>
                <a:ea typeface="Segoe UI"/>
                <a:cs typeface="Segoe UI"/>
              </a:defRPr>
            </a:lvl9pPr>
          </a:lstStyle>
          <a:p xmlns:a="http://schemas.openxmlformats.org/drawingml/2006/main">
            <a:pPr>
              <a:defRPr sz="1950" b="0">
                <a:solidFill>
                  <a:srgbClr val="57717A"/>
                </a:solidFill>
                <a:latin typeface="Segoe UI"/>
                <a:ea typeface="Segoe UI"/>
                <a:cs typeface="Segoe UI"/>
              </a:defRPr>
            </a:pPr>
            <a:r>
              <a:rPr sz="1950" b="0">
                <a:solidFill>
                  <a:srgbClr val="57717A"/>
                </a:solidFill>
                <a:latin typeface="Segoe UI"/>
                <a:ea typeface="Segoe UI"/>
                <a:cs typeface="Segoe UI"/>
              </a:rPr>
              <a:t>Veri tohumlarına göre model riski (2 kat hız)</a:t>
            </a:r>
          </a:p>
        </p:txBody>
      </p:sp>
      <p:sp>
        <p:nvSpPr>
          <p:cNvPr id="7" name="">
            <a:extLst xmlns:a="http://schemas.openxmlformats.org/drawingml/2006/main">
              <a:ext uri="{FF2B5EF4-FFF2-40B4-BE49-F238E27FC236}">
                <a16:creationId xmlns:a16="http://schemas.microsoft.com/office/drawing/2014/main" id="{D8BBC100-5DD4-4E1C-B11E-22BF108B0A8F}"/>
              </a:ext>
            </a:extLst>
          </p:cNvPr>
          <p:cNvSpPr>
            <a:spLocks xmlns:a="http://schemas.openxmlformats.org/drawingml/2006/main" noGrp="1"/>
          </p:cNvSpPr>
          <p:nvPr/>
        </p:nvSpPr>
        <p:spPr>
          <a:xfrm xmlns:a="http://schemas.openxmlformats.org/drawingml/2006/main">
            <a:off x="8429625" y="2171700"/>
            <a:ext cx="31432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C5794E"/>
                </a:solidFill>
                <a:latin typeface="Segoe UI"/>
                <a:ea typeface="Segoe UI"/>
                <a:cs typeface="Segoe UI"/>
              </a:defRPr>
            </a:defPPr>
            <a:lvl1pPr>
              <a:defRPr sz="3150" b="1">
                <a:solidFill>
                  <a:srgbClr val="C5794E"/>
                </a:solidFill>
                <a:latin typeface="Segoe UI"/>
                <a:ea typeface="Segoe UI"/>
                <a:cs typeface="Segoe UI"/>
              </a:defRPr>
            </a:lvl1pPr>
            <a:lvl2pPr>
              <a:defRPr sz="3150" b="1">
                <a:solidFill>
                  <a:srgbClr val="C5794E"/>
                </a:solidFill>
                <a:latin typeface="Segoe UI"/>
                <a:ea typeface="Segoe UI"/>
                <a:cs typeface="Segoe UI"/>
              </a:defRPr>
            </a:lvl2pPr>
            <a:lvl3pPr>
              <a:defRPr sz="3150" b="1">
                <a:solidFill>
                  <a:srgbClr val="C5794E"/>
                </a:solidFill>
                <a:latin typeface="Segoe UI"/>
                <a:ea typeface="Segoe UI"/>
                <a:cs typeface="Segoe UI"/>
              </a:defRPr>
            </a:lvl3pPr>
            <a:lvl4pPr>
              <a:defRPr sz="3150" b="1">
                <a:solidFill>
                  <a:srgbClr val="C5794E"/>
                </a:solidFill>
                <a:latin typeface="Segoe UI"/>
                <a:ea typeface="Segoe UI"/>
                <a:cs typeface="Segoe UI"/>
              </a:defRPr>
            </a:lvl4pPr>
            <a:lvl5pPr>
              <a:defRPr sz="3150" b="1">
                <a:solidFill>
                  <a:srgbClr val="C5794E"/>
                </a:solidFill>
                <a:latin typeface="Segoe UI"/>
                <a:ea typeface="Segoe UI"/>
                <a:cs typeface="Segoe UI"/>
              </a:defRPr>
            </a:lvl5pPr>
            <a:lvl6pPr>
              <a:defRPr sz="3150" b="1">
                <a:solidFill>
                  <a:srgbClr val="C5794E"/>
                </a:solidFill>
                <a:latin typeface="Segoe UI"/>
                <a:ea typeface="Segoe UI"/>
                <a:cs typeface="Segoe UI"/>
              </a:defRPr>
            </a:lvl6pPr>
            <a:lvl7pPr>
              <a:defRPr sz="3150" b="1">
                <a:solidFill>
                  <a:srgbClr val="C5794E"/>
                </a:solidFill>
                <a:latin typeface="Segoe UI"/>
                <a:ea typeface="Segoe UI"/>
                <a:cs typeface="Segoe UI"/>
              </a:defRPr>
            </a:lvl7pPr>
            <a:lvl8pPr>
              <a:defRPr sz="3150" b="1">
                <a:solidFill>
                  <a:srgbClr val="C5794E"/>
                </a:solidFill>
                <a:latin typeface="Segoe UI"/>
                <a:ea typeface="Segoe UI"/>
                <a:cs typeface="Segoe UI"/>
              </a:defRPr>
            </a:lvl8pPr>
            <a:lvl9pPr>
              <a:defRPr sz="3150" b="1">
                <a:solidFill>
                  <a:srgbClr val="C5794E"/>
                </a:solidFill>
                <a:latin typeface="Segoe UI"/>
                <a:ea typeface="Segoe UI"/>
                <a:cs typeface="Segoe UI"/>
              </a:defRPr>
            </a:lvl9pPr>
          </a:lstStyle>
          <a:p xmlns:a="http://schemas.openxmlformats.org/drawingml/2006/main">
            <a:pPr>
              <a:defRPr sz="3150" b="1">
                <a:solidFill>
                  <a:srgbClr val="C5794E"/>
                </a:solidFill>
                <a:latin typeface="Segoe UI"/>
                <a:ea typeface="Segoe UI"/>
                <a:cs typeface="Segoe UI"/>
              </a:defRPr>
            </a:pPr>
            <a:r>
              <a:rPr sz="3150" b="1">
                <a:solidFill>
                  <a:srgbClr val="C5794E"/>
                </a:solidFill>
                <a:latin typeface="Segoe UI"/>
                <a:ea typeface="Segoe UI"/>
                <a:cs typeface="Segoe UI"/>
              </a:rPr>
              <a:t>2 veri setinde</a:t>
            </a:r>
          </a:p>
          <a:p xmlns:a="http://schemas.openxmlformats.org/drawingml/2006/main">
            <a:pPr>
              <a:defRPr sz="3150" b="1">
                <a:solidFill>
                  <a:srgbClr val="C5794E"/>
                </a:solidFill>
                <a:latin typeface="Segoe UI"/>
                <a:ea typeface="Segoe UI"/>
                <a:cs typeface="Segoe UI"/>
              </a:defRPr>
            </a:pPr>
            <a:r>
              <a:rPr sz="3150" b="1">
                <a:solidFill>
                  <a:srgbClr val="C5794E"/>
                </a:solidFill>
                <a:latin typeface="Segoe UI"/>
                <a:ea typeface="Segoe UI"/>
                <a:cs typeface="Segoe UI"/>
              </a:rPr>
              <a:t>risk arttı</a:t>
            </a:r>
          </a:p>
        </p:txBody>
      </p:sp>
      <p:sp>
        <p:nvSpPr>
          <p:cNvPr id="8" name="">
            <a:extLst xmlns:a="http://schemas.openxmlformats.org/drawingml/2006/main">
              <a:ext uri="{FF2B5EF4-FFF2-40B4-BE49-F238E27FC236}">
                <a16:creationId xmlns:a16="http://schemas.microsoft.com/office/drawing/2014/main" id="{3443D35D-E333-4223-B5D3-F094E71729F2}"/>
              </a:ext>
            </a:extLst>
          </p:cNvPr>
          <p:cNvSpPr>
            <a:spLocks xmlns:a="http://schemas.openxmlformats.org/drawingml/2006/main" noGrp="1"/>
          </p:cNvSpPr>
          <p:nvPr/>
        </p:nvSpPr>
        <p:spPr>
          <a:xfrm xmlns:a="http://schemas.openxmlformats.org/drawingml/2006/main">
            <a:off x="8429625" y="3895725"/>
            <a:ext cx="314325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102D3B"/>
                </a:solidFill>
                <a:latin typeface="Segoe UI"/>
                <a:ea typeface="Segoe UI"/>
                <a:cs typeface="Segoe UI"/>
              </a:defRPr>
            </a:defPPr>
            <a:lvl1pPr>
              <a:defRPr sz="2700" b="1">
                <a:solidFill>
                  <a:srgbClr val="102D3B"/>
                </a:solidFill>
                <a:latin typeface="Segoe UI"/>
                <a:ea typeface="Segoe UI"/>
                <a:cs typeface="Segoe UI"/>
              </a:defRPr>
            </a:lvl1pPr>
            <a:lvl2pPr>
              <a:defRPr sz="2700" b="1">
                <a:solidFill>
                  <a:srgbClr val="102D3B"/>
                </a:solidFill>
                <a:latin typeface="Segoe UI"/>
                <a:ea typeface="Segoe UI"/>
                <a:cs typeface="Segoe UI"/>
              </a:defRPr>
            </a:lvl2pPr>
            <a:lvl3pPr>
              <a:defRPr sz="2700" b="1">
                <a:solidFill>
                  <a:srgbClr val="102D3B"/>
                </a:solidFill>
                <a:latin typeface="Segoe UI"/>
                <a:ea typeface="Segoe UI"/>
                <a:cs typeface="Segoe UI"/>
              </a:defRPr>
            </a:lvl3pPr>
            <a:lvl4pPr>
              <a:defRPr sz="2700" b="1">
                <a:solidFill>
                  <a:srgbClr val="102D3B"/>
                </a:solidFill>
                <a:latin typeface="Segoe UI"/>
                <a:ea typeface="Segoe UI"/>
                <a:cs typeface="Segoe UI"/>
              </a:defRPr>
            </a:lvl4pPr>
            <a:lvl5pPr>
              <a:defRPr sz="2700" b="1">
                <a:solidFill>
                  <a:srgbClr val="102D3B"/>
                </a:solidFill>
                <a:latin typeface="Segoe UI"/>
                <a:ea typeface="Segoe UI"/>
                <a:cs typeface="Segoe UI"/>
              </a:defRPr>
            </a:lvl5pPr>
            <a:lvl6pPr>
              <a:defRPr sz="2700" b="1">
                <a:solidFill>
                  <a:srgbClr val="102D3B"/>
                </a:solidFill>
                <a:latin typeface="Segoe UI"/>
                <a:ea typeface="Segoe UI"/>
                <a:cs typeface="Segoe UI"/>
              </a:defRPr>
            </a:lvl6pPr>
            <a:lvl7pPr>
              <a:defRPr sz="2700" b="1">
                <a:solidFill>
                  <a:srgbClr val="102D3B"/>
                </a:solidFill>
                <a:latin typeface="Segoe UI"/>
                <a:ea typeface="Segoe UI"/>
                <a:cs typeface="Segoe UI"/>
              </a:defRPr>
            </a:lvl7pPr>
            <a:lvl8pPr>
              <a:defRPr sz="2700" b="1">
                <a:solidFill>
                  <a:srgbClr val="102D3B"/>
                </a:solidFill>
                <a:latin typeface="Segoe UI"/>
                <a:ea typeface="Segoe UI"/>
                <a:cs typeface="Segoe UI"/>
              </a:defRPr>
            </a:lvl8pPr>
            <a:lvl9pPr>
              <a:defRPr sz="2700" b="1">
                <a:solidFill>
                  <a:srgbClr val="102D3B"/>
                </a:solidFill>
                <a:latin typeface="Segoe UI"/>
                <a:ea typeface="Segoe UI"/>
                <a:cs typeface="Segoe UI"/>
              </a:defRPr>
            </a:lvl9pPr>
          </a:lstStyle>
          <a:p xmlns:a="http://schemas.openxmlformats.org/drawingml/2006/main">
            <a:pPr>
              <a:defRPr sz="2700" b="1">
                <a:solidFill>
                  <a:srgbClr val="102D3B"/>
                </a:solidFill>
                <a:latin typeface="Segoe UI"/>
                <a:ea typeface="Segoe UI"/>
                <a:cs typeface="Segoe UI"/>
              </a:defRPr>
            </a:pPr>
            <a:r>
              <a:rPr sz="2700" b="1">
                <a:solidFill>
                  <a:srgbClr val="102D3B"/>
                </a:solidFill>
                <a:latin typeface="Segoe UI"/>
                <a:ea typeface="Segoe UI"/>
                <a:cs typeface="Segoe UI"/>
              </a:rPr>
              <a:t>Sabit sınır da</a:t>
            </a:r>
          </a:p>
          <a:p xmlns:a="http://schemas.openxmlformats.org/drawingml/2006/main">
            <a:pPr>
              <a:defRPr sz="2700" b="1">
                <a:solidFill>
                  <a:srgbClr val="102D3B"/>
                </a:solidFill>
                <a:latin typeface="Segoe UI"/>
                <a:ea typeface="Segoe UI"/>
                <a:cs typeface="Segoe UI"/>
              </a:defRPr>
            </a:pPr>
            <a:r>
              <a:rPr sz="2700" b="1">
                <a:solidFill>
                  <a:srgbClr val="102D3B"/>
                </a:solidFill>
                <a:latin typeface="Segoe UI"/>
                <a:ea typeface="Segoe UI"/>
                <a:cs typeface="Segoe UI"/>
              </a:rPr>
              <a:t>benzer azalma</a:t>
            </a:r>
          </a:p>
          <a:p xmlns:a="http://schemas.openxmlformats.org/drawingml/2006/main">
            <a:pPr>
              <a:defRPr sz="2700" b="1">
                <a:solidFill>
                  <a:srgbClr val="102D3B"/>
                </a:solidFill>
                <a:latin typeface="Segoe UI"/>
                <a:ea typeface="Segoe UI"/>
                <a:cs typeface="Segoe UI"/>
              </a:defRPr>
            </a:pPr>
            <a:r>
              <a:rPr sz="2700" b="1">
                <a:solidFill>
                  <a:srgbClr val="102D3B"/>
                </a:solidFill>
                <a:latin typeface="Segoe UI"/>
                <a:ea typeface="Segoe UI"/>
                <a:cs typeface="Segoe UI"/>
              </a:rPr>
              <a:t>sağladı</a:t>
            </a:r>
          </a:p>
        </p:txBody>
      </p:sp>
      <p:sp>
        <p:nvSpPr>
          <p:cNvPr id="9" name="">
            <a:extLst xmlns:a="http://schemas.openxmlformats.org/drawingml/2006/main">
              <a:ext uri="{FF2B5EF4-FFF2-40B4-BE49-F238E27FC236}">
                <a16:creationId xmlns:a16="http://schemas.microsoft.com/office/drawing/2014/main" id="{136DC047-57D1-474C-99EE-4685F5E137EE}"/>
              </a:ext>
            </a:extLst>
          </p:cNvPr>
          <p:cNvSpPr>
            <a:spLocks xmlns:a="http://schemas.openxmlformats.org/drawingml/2006/main" noGrp="1"/>
          </p:cNvSpPr>
          <p:nvPr/>
        </p:nvSpPr>
        <p:spPr>
          <a:xfrm xmlns:a="http://schemas.openxmlformats.org/drawingml/2006/main">
            <a:off x="628650" y="5924550"/>
            <a:ext cx="108108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57717A"/>
                </a:solidFill>
                <a:latin typeface="Segoe UI"/>
                <a:ea typeface="Segoe UI"/>
                <a:cs typeface="Segoe UI"/>
              </a:defRPr>
            </a:defPPr>
            <a:lvl1pPr>
              <a:defRPr sz="2025" b="0">
                <a:solidFill>
                  <a:srgbClr val="57717A"/>
                </a:solidFill>
                <a:latin typeface="Segoe UI"/>
                <a:ea typeface="Segoe UI"/>
                <a:cs typeface="Segoe UI"/>
              </a:defRPr>
            </a:lvl1pPr>
            <a:lvl2pPr>
              <a:defRPr sz="2025" b="0">
                <a:solidFill>
                  <a:srgbClr val="57717A"/>
                </a:solidFill>
                <a:latin typeface="Segoe UI"/>
                <a:ea typeface="Segoe UI"/>
                <a:cs typeface="Segoe UI"/>
              </a:defRPr>
            </a:lvl2pPr>
            <a:lvl3pPr>
              <a:defRPr sz="2025" b="0">
                <a:solidFill>
                  <a:srgbClr val="57717A"/>
                </a:solidFill>
                <a:latin typeface="Segoe UI"/>
                <a:ea typeface="Segoe UI"/>
                <a:cs typeface="Segoe UI"/>
              </a:defRPr>
            </a:lvl3pPr>
            <a:lvl4pPr>
              <a:defRPr sz="2025" b="0">
                <a:solidFill>
                  <a:srgbClr val="57717A"/>
                </a:solidFill>
                <a:latin typeface="Segoe UI"/>
                <a:ea typeface="Segoe UI"/>
                <a:cs typeface="Segoe UI"/>
              </a:defRPr>
            </a:lvl4pPr>
            <a:lvl5pPr>
              <a:defRPr sz="2025" b="0">
                <a:solidFill>
                  <a:srgbClr val="57717A"/>
                </a:solidFill>
                <a:latin typeface="Segoe UI"/>
                <a:ea typeface="Segoe UI"/>
                <a:cs typeface="Segoe UI"/>
              </a:defRPr>
            </a:lvl5pPr>
            <a:lvl6pPr>
              <a:defRPr sz="2025" b="0">
                <a:solidFill>
                  <a:srgbClr val="57717A"/>
                </a:solidFill>
                <a:latin typeface="Segoe UI"/>
                <a:ea typeface="Segoe UI"/>
                <a:cs typeface="Segoe UI"/>
              </a:defRPr>
            </a:lvl6pPr>
            <a:lvl7pPr>
              <a:defRPr sz="2025" b="0">
                <a:solidFill>
                  <a:srgbClr val="57717A"/>
                </a:solidFill>
                <a:latin typeface="Segoe UI"/>
                <a:ea typeface="Segoe UI"/>
                <a:cs typeface="Segoe UI"/>
              </a:defRPr>
            </a:lvl7pPr>
            <a:lvl8pPr>
              <a:defRPr sz="2025" b="0">
                <a:solidFill>
                  <a:srgbClr val="57717A"/>
                </a:solidFill>
                <a:latin typeface="Segoe UI"/>
                <a:ea typeface="Segoe UI"/>
                <a:cs typeface="Segoe UI"/>
              </a:defRPr>
            </a:lvl8pPr>
            <a:lvl9pPr>
              <a:defRPr sz="2025" b="0">
                <a:solidFill>
                  <a:srgbClr val="57717A"/>
                </a:solidFill>
                <a:latin typeface="Segoe UI"/>
                <a:ea typeface="Segoe UI"/>
                <a:cs typeface="Segoe UI"/>
              </a:defRPr>
            </a:lvl9pPr>
          </a:lstStyle>
          <a:p xmlns:a="http://schemas.openxmlformats.org/drawingml/2006/main">
            <a:pPr>
              <a:defRPr sz="2025" b="0">
                <a:solidFill>
                  <a:srgbClr val="57717A"/>
                </a:solidFill>
                <a:latin typeface="Segoe UI"/>
                <a:ea typeface="Segoe UI"/>
                <a:cs typeface="Segoe UI"/>
              </a:defRPr>
            </a:pPr>
            <a:r>
              <a:rPr sz="2025" b="0">
                <a:solidFill>
                  <a:srgbClr val="57717A"/>
                </a:solidFill>
                <a:latin typeface="Segoe UI"/>
                <a:ea typeface="Segoe UI"/>
                <a:cs typeface="Segoe UI"/>
              </a:rPr>
              <a:t>Kazancın tamamını U girdisinin özel başarısına bağlayamayız</a:t>
            </a:r>
          </a:p>
        </p:txBody>
      </p:sp>
    </p:spTree>
    <p:extLst>
      <p:ext uri="{BB962C8B-B14F-4D97-AF65-F5344CB8AC3E}">
        <p14:creationId xmlns:p14="http://schemas.microsoft.com/office/powerpoint/2010/main" val="274189581"/>
      </p:ext>
    </p:extLst>
  </p:cSld>
</p:sld>
</file>

<file path=ppt/slides/slide17.xml><?xml version="1.0" encoding="utf-8"?>
<p:sld xmlns:p="http://schemas.openxmlformats.org/presentationml/2006/main">
  <p:cSld>
    <p:bg>
      <p:bgPr>
        <a:solidFill xmlns:a="http://schemas.openxmlformats.org/drawingml/2006/main">
          <a:srgbClr val="081C2B"/>
        </a:solidFill>
      </p:bgPr>
    </p:bg>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F99AA30B-0CA5-436A-A90D-521F7D43EEB7}"/>
              </a:ext>
            </a:extLst>
          </p:cNvPr>
          <p:cNvPicPr>
            <a:picLocks xmlns:a="http://schemas.openxmlformats.org/drawingml/2006/main" noChangeAspect="1"/>
          </p:cNvPicPr>
          <p:nvPr/>
        </p:nvPicPr>
        <p:blipFill>
          <a:blip xmlns:r="http://schemas.openxmlformats.org/officeDocument/2006/relationships" xmlns:a="http://schemas.openxmlformats.org/drawingml/2006/main" r:embed="R8b56723eb6c244a8"/>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3" name="title">
            <a:extLst xmlns:a="http://schemas.openxmlformats.org/drawingml/2006/main">
              <a:ext uri="{FF2B5EF4-FFF2-40B4-BE49-F238E27FC236}">
                <a16:creationId xmlns:a16="http://schemas.microsoft.com/office/drawing/2014/main" id="{82B91912-35E2-47E8-B896-0CD0F64ED34F}"/>
              </a:ext>
            </a:extLst>
          </p:cNvPr>
          <p:cNvSpPr>
            <a:spLocks xmlns:a="http://schemas.openxmlformats.org/drawingml/2006/main" noGrp="1"/>
          </p:cNvSpPr>
          <p:nvPr/>
        </p:nvSpPr>
        <p:spPr>
          <a:xfrm xmlns:a="http://schemas.openxmlformats.org/drawingml/2006/main">
            <a:off x="628650" y="457200"/>
            <a:ext cx="109347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600" b="1">
                <a:solidFill>
                  <a:srgbClr val="F7FBFC"/>
                </a:solidFill>
                <a:latin typeface="Segoe UI"/>
                <a:ea typeface="Segoe UI"/>
                <a:cs typeface="Segoe UI"/>
              </a:defRPr>
            </a:defPPr>
            <a:lvl1pPr>
              <a:defRPr sz="3600" b="1">
                <a:solidFill>
                  <a:srgbClr val="F7FBFC"/>
                </a:solidFill>
                <a:latin typeface="Segoe UI"/>
                <a:ea typeface="Segoe UI"/>
                <a:cs typeface="Segoe UI"/>
              </a:defRPr>
            </a:lvl1pPr>
            <a:lvl2pPr>
              <a:defRPr sz="3600" b="1">
                <a:solidFill>
                  <a:srgbClr val="F7FBFC"/>
                </a:solidFill>
                <a:latin typeface="Segoe UI"/>
                <a:ea typeface="Segoe UI"/>
                <a:cs typeface="Segoe UI"/>
              </a:defRPr>
            </a:lvl2pPr>
            <a:lvl3pPr>
              <a:defRPr sz="3600" b="1">
                <a:solidFill>
                  <a:srgbClr val="F7FBFC"/>
                </a:solidFill>
                <a:latin typeface="Segoe UI"/>
                <a:ea typeface="Segoe UI"/>
                <a:cs typeface="Segoe UI"/>
              </a:defRPr>
            </a:lvl3pPr>
            <a:lvl4pPr>
              <a:defRPr sz="3600" b="1">
                <a:solidFill>
                  <a:srgbClr val="F7FBFC"/>
                </a:solidFill>
                <a:latin typeface="Segoe UI"/>
                <a:ea typeface="Segoe UI"/>
                <a:cs typeface="Segoe UI"/>
              </a:defRPr>
            </a:lvl4pPr>
            <a:lvl5pPr>
              <a:defRPr sz="3600" b="1">
                <a:solidFill>
                  <a:srgbClr val="F7FBFC"/>
                </a:solidFill>
                <a:latin typeface="Segoe UI"/>
                <a:ea typeface="Segoe UI"/>
                <a:cs typeface="Segoe UI"/>
              </a:defRPr>
            </a:lvl5pPr>
            <a:lvl6pPr>
              <a:defRPr sz="3600" b="1">
                <a:solidFill>
                  <a:srgbClr val="F7FBFC"/>
                </a:solidFill>
                <a:latin typeface="Segoe UI"/>
                <a:ea typeface="Segoe UI"/>
                <a:cs typeface="Segoe UI"/>
              </a:defRPr>
            </a:lvl6pPr>
            <a:lvl7pPr>
              <a:defRPr sz="3600" b="1">
                <a:solidFill>
                  <a:srgbClr val="F7FBFC"/>
                </a:solidFill>
                <a:latin typeface="Segoe UI"/>
                <a:ea typeface="Segoe UI"/>
                <a:cs typeface="Segoe UI"/>
              </a:defRPr>
            </a:lvl7pPr>
            <a:lvl8pPr>
              <a:defRPr sz="3600" b="1">
                <a:solidFill>
                  <a:srgbClr val="F7FBFC"/>
                </a:solidFill>
                <a:latin typeface="Segoe UI"/>
                <a:ea typeface="Segoe UI"/>
                <a:cs typeface="Segoe UI"/>
              </a:defRPr>
            </a:lvl8pPr>
            <a:lvl9pPr>
              <a:defRPr sz="3600" b="1">
                <a:solidFill>
                  <a:srgbClr val="F7FBFC"/>
                </a:solidFill>
                <a:latin typeface="Segoe UI"/>
                <a:ea typeface="Segoe UI"/>
                <a:cs typeface="Segoe UI"/>
              </a:defRPr>
            </a:lvl9pPr>
          </a:lstStyle>
          <a:p xmlns:a="http://schemas.openxmlformats.org/drawingml/2006/main">
            <a:pPr>
              <a:defRPr sz="3600" b="1">
                <a:solidFill>
                  <a:srgbClr val="F7FBFC"/>
                </a:solidFill>
                <a:latin typeface="Segoe UI"/>
                <a:ea typeface="Segoe UI"/>
                <a:cs typeface="Segoe UI"/>
              </a:defRPr>
            </a:pPr>
            <a:r>
              <a:rPr sz="3600" b="1">
                <a:solidFill>
                  <a:srgbClr val="F7FBFC"/>
                </a:solidFill>
                <a:latin typeface="Segoe UI"/>
                <a:ea typeface="Segoe UI"/>
                <a:cs typeface="Segoe UI"/>
              </a:rPr>
              <a:t>Analitik oran hesabı</a:t>
            </a:r>
          </a:p>
        </p:txBody>
      </p:sp>
      <p:sp>
        <p:nvSpPr>
          <p:cNvPr id="4" name="page">
            <a:extLst xmlns:a="http://schemas.openxmlformats.org/drawingml/2006/main">
              <a:ext uri="{FF2B5EF4-FFF2-40B4-BE49-F238E27FC236}">
                <a16:creationId xmlns:a16="http://schemas.microsoft.com/office/drawing/2014/main" id="{98329887-5DA4-419C-92CC-D3E39F26E740}"/>
              </a:ext>
            </a:extLst>
          </p:cNvPr>
          <p:cNvSpPr>
            <a:spLocks xmlns:a="http://schemas.openxmlformats.org/drawingml/2006/main" noGrp="1"/>
          </p:cNvSpPr>
          <p:nvPr/>
        </p:nvSpPr>
        <p:spPr>
          <a:xfrm xmlns:a="http://schemas.openxmlformats.org/drawingml/2006/main">
            <a:off x="11182350" y="6334125"/>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ACC5CC"/>
                </a:solidFill>
                <a:latin typeface="Segoe UI"/>
                <a:ea typeface="Segoe UI"/>
                <a:cs typeface="Segoe UI"/>
              </a:defRPr>
            </a:defPPr>
            <a:lvl1pPr>
              <a:defRPr sz="1575" b="0">
                <a:solidFill>
                  <a:srgbClr val="ACC5CC"/>
                </a:solidFill>
                <a:latin typeface="Segoe UI"/>
                <a:ea typeface="Segoe UI"/>
                <a:cs typeface="Segoe UI"/>
              </a:defRPr>
            </a:lvl1pPr>
            <a:lvl2pPr>
              <a:defRPr sz="1575" b="0">
                <a:solidFill>
                  <a:srgbClr val="ACC5CC"/>
                </a:solidFill>
                <a:latin typeface="Segoe UI"/>
                <a:ea typeface="Segoe UI"/>
                <a:cs typeface="Segoe UI"/>
              </a:defRPr>
            </a:lvl2pPr>
            <a:lvl3pPr>
              <a:defRPr sz="1575" b="0">
                <a:solidFill>
                  <a:srgbClr val="ACC5CC"/>
                </a:solidFill>
                <a:latin typeface="Segoe UI"/>
                <a:ea typeface="Segoe UI"/>
                <a:cs typeface="Segoe UI"/>
              </a:defRPr>
            </a:lvl3pPr>
            <a:lvl4pPr>
              <a:defRPr sz="1575" b="0">
                <a:solidFill>
                  <a:srgbClr val="ACC5CC"/>
                </a:solidFill>
                <a:latin typeface="Segoe UI"/>
                <a:ea typeface="Segoe UI"/>
                <a:cs typeface="Segoe UI"/>
              </a:defRPr>
            </a:lvl4pPr>
            <a:lvl5pPr>
              <a:defRPr sz="1575" b="0">
                <a:solidFill>
                  <a:srgbClr val="ACC5CC"/>
                </a:solidFill>
                <a:latin typeface="Segoe UI"/>
                <a:ea typeface="Segoe UI"/>
                <a:cs typeface="Segoe UI"/>
              </a:defRPr>
            </a:lvl5pPr>
            <a:lvl6pPr>
              <a:defRPr sz="1575" b="0">
                <a:solidFill>
                  <a:srgbClr val="ACC5CC"/>
                </a:solidFill>
                <a:latin typeface="Segoe UI"/>
                <a:ea typeface="Segoe UI"/>
                <a:cs typeface="Segoe UI"/>
              </a:defRPr>
            </a:lvl6pPr>
            <a:lvl7pPr>
              <a:defRPr sz="1575" b="0">
                <a:solidFill>
                  <a:srgbClr val="ACC5CC"/>
                </a:solidFill>
                <a:latin typeface="Segoe UI"/>
                <a:ea typeface="Segoe UI"/>
                <a:cs typeface="Segoe UI"/>
              </a:defRPr>
            </a:lvl7pPr>
            <a:lvl8pPr>
              <a:defRPr sz="1575" b="0">
                <a:solidFill>
                  <a:srgbClr val="ACC5CC"/>
                </a:solidFill>
                <a:latin typeface="Segoe UI"/>
                <a:ea typeface="Segoe UI"/>
                <a:cs typeface="Segoe UI"/>
              </a:defRPr>
            </a:lvl8pPr>
            <a:lvl9pPr>
              <a:defRPr sz="1575" b="0">
                <a:solidFill>
                  <a:srgbClr val="ACC5CC"/>
                </a:solidFill>
                <a:latin typeface="Segoe UI"/>
                <a:ea typeface="Segoe UI"/>
                <a:cs typeface="Segoe UI"/>
              </a:defRPr>
            </a:lvl9pPr>
          </a:lstStyle>
          <a:p xmlns:a="http://schemas.openxmlformats.org/drawingml/2006/main">
            <a:pPr>
              <a:defRPr sz="1575" b="0">
                <a:solidFill>
                  <a:srgbClr val="ACC5CC"/>
                </a:solidFill>
                <a:latin typeface="Segoe UI"/>
                <a:ea typeface="Segoe UI"/>
                <a:cs typeface="Segoe UI"/>
              </a:defRPr>
            </a:pPr>
            <a:r>
              <a:rPr sz="1575" b="0">
                <a:solidFill>
                  <a:srgbClr val="ACC5CC"/>
                </a:solidFill>
                <a:latin typeface="Segoe UI"/>
                <a:ea typeface="Segoe UI"/>
                <a:cs typeface="Segoe UI"/>
              </a:rPr>
              <a:t>17</a:t>
            </a:r>
          </a:p>
        </p:txBody>
      </p:sp>
      <p:graphicFrame>
        <p:nvGraphicFramePr>
          <p:cNvPr id="5" name="Chart">
            <a:extLst xmlns:a="http://schemas.openxmlformats.org/drawingml/2006/main">
              <a:ext uri="{FF2B5EF4-FFF2-40B4-BE49-F238E27FC236}">
                <a16:creationId xmlns:a16="http://schemas.microsoft.com/office/drawing/2014/main" id="{D31A0C5C-79DC-4D83-9019-B56DD0BF96A3}"/>
              </a:ext>
            </a:extLst>
          </p:cNvPr>
          <p:cNvGraphicFramePr/>
          <p:nvPr/>
        </p:nvGraphicFramePr>
        <p:xfrm>
          <a:off xmlns:a="http://schemas.openxmlformats.org/drawingml/2006/main" x="628650" y="2181225"/>
          <a:ext xmlns:a="http://schemas.openxmlformats.org/drawingml/2006/main" cx="7200900" cy="3438525"/>
        </p:xfrm>
        <a:graphic xmlns:a="http://schemas.openxmlformats.org/drawingml/2006/main">
          <a:graphicData uri="http://schemas.openxmlformats.org/drawingml/2006/chart">
            <c:chart xmlns:r="http://schemas.openxmlformats.org/officeDocument/2006/relationships" xmlns:c="http://schemas.openxmlformats.org/drawingml/2006/chart" r:id="R85cd80338a3540e5"/>
          </a:graphicData>
        </a:graphic>
      </p:graphicFrame>
      <p:sp>
        <p:nvSpPr>
          <p:cNvPr id="6" name="">
            <a:extLst xmlns:a="http://schemas.openxmlformats.org/drawingml/2006/main">
              <a:ext uri="{FF2B5EF4-FFF2-40B4-BE49-F238E27FC236}">
                <a16:creationId xmlns:a16="http://schemas.microsoft.com/office/drawing/2014/main" id="{A25372C6-C26E-4ADF-90D8-0826E68C5AFA}"/>
              </a:ext>
            </a:extLst>
          </p:cNvPr>
          <p:cNvSpPr>
            <a:spLocks xmlns:a="http://schemas.openxmlformats.org/drawingml/2006/main" noGrp="1"/>
          </p:cNvSpPr>
          <p:nvPr/>
        </p:nvSpPr>
        <p:spPr>
          <a:xfrm xmlns:a="http://schemas.openxmlformats.org/drawingml/2006/main">
            <a:off x="628650" y="1676400"/>
            <a:ext cx="7239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ACC5CC"/>
                </a:solidFill>
                <a:latin typeface="Segoe UI"/>
                <a:ea typeface="Segoe UI"/>
                <a:cs typeface="Segoe UI"/>
              </a:defRPr>
            </a:defPPr>
            <a:lvl1pPr>
              <a:defRPr sz="2025" b="0">
                <a:solidFill>
                  <a:srgbClr val="ACC5CC"/>
                </a:solidFill>
                <a:latin typeface="Segoe UI"/>
                <a:ea typeface="Segoe UI"/>
                <a:cs typeface="Segoe UI"/>
              </a:defRPr>
            </a:lvl1pPr>
            <a:lvl2pPr>
              <a:defRPr sz="2025" b="0">
                <a:solidFill>
                  <a:srgbClr val="ACC5CC"/>
                </a:solidFill>
                <a:latin typeface="Segoe UI"/>
                <a:ea typeface="Segoe UI"/>
                <a:cs typeface="Segoe UI"/>
              </a:defRPr>
            </a:lvl2pPr>
            <a:lvl3pPr>
              <a:defRPr sz="2025" b="0">
                <a:solidFill>
                  <a:srgbClr val="ACC5CC"/>
                </a:solidFill>
                <a:latin typeface="Segoe UI"/>
                <a:ea typeface="Segoe UI"/>
                <a:cs typeface="Segoe UI"/>
              </a:defRPr>
            </a:lvl3pPr>
            <a:lvl4pPr>
              <a:defRPr sz="2025" b="0">
                <a:solidFill>
                  <a:srgbClr val="ACC5CC"/>
                </a:solidFill>
                <a:latin typeface="Segoe UI"/>
                <a:ea typeface="Segoe UI"/>
                <a:cs typeface="Segoe UI"/>
              </a:defRPr>
            </a:lvl4pPr>
            <a:lvl5pPr>
              <a:defRPr sz="2025" b="0">
                <a:solidFill>
                  <a:srgbClr val="ACC5CC"/>
                </a:solidFill>
                <a:latin typeface="Segoe UI"/>
                <a:ea typeface="Segoe UI"/>
                <a:cs typeface="Segoe UI"/>
              </a:defRPr>
            </a:lvl5pPr>
            <a:lvl6pPr>
              <a:defRPr sz="2025" b="0">
                <a:solidFill>
                  <a:srgbClr val="ACC5CC"/>
                </a:solidFill>
                <a:latin typeface="Segoe UI"/>
                <a:ea typeface="Segoe UI"/>
                <a:cs typeface="Segoe UI"/>
              </a:defRPr>
            </a:lvl6pPr>
            <a:lvl7pPr>
              <a:defRPr sz="2025" b="0">
                <a:solidFill>
                  <a:srgbClr val="ACC5CC"/>
                </a:solidFill>
                <a:latin typeface="Segoe UI"/>
                <a:ea typeface="Segoe UI"/>
                <a:cs typeface="Segoe UI"/>
              </a:defRPr>
            </a:lvl7pPr>
            <a:lvl8pPr>
              <a:defRPr sz="2025" b="0">
                <a:solidFill>
                  <a:srgbClr val="ACC5CC"/>
                </a:solidFill>
                <a:latin typeface="Segoe UI"/>
                <a:ea typeface="Segoe UI"/>
                <a:cs typeface="Segoe UI"/>
              </a:defRPr>
            </a:lvl8pPr>
            <a:lvl9pPr>
              <a:defRPr sz="2025" b="0">
                <a:solidFill>
                  <a:srgbClr val="ACC5CC"/>
                </a:solidFill>
                <a:latin typeface="Segoe UI"/>
                <a:ea typeface="Segoe UI"/>
                <a:cs typeface="Segoe UI"/>
              </a:defRPr>
            </a:lvl9pPr>
          </a:lstStyle>
          <a:p xmlns:a="http://schemas.openxmlformats.org/drawingml/2006/main">
            <a:pPr>
              <a:defRPr sz="2025" b="0">
                <a:solidFill>
                  <a:srgbClr val="ACC5CC"/>
                </a:solidFill>
                <a:latin typeface="Segoe UI"/>
                <a:ea typeface="Segoe UI"/>
                <a:cs typeface="Segoe UI"/>
              </a:defRPr>
            </a:pPr>
            <a:r>
              <a:rPr sz="2025" b="0">
                <a:solidFill>
                  <a:srgbClr val="ACC5CC"/>
                </a:solidFill>
                <a:latin typeface="Segoe UI"/>
                <a:ea typeface="Segoe UI"/>
                <a:cs typeface="Segoe UI"/>
              </a:rPr>
              <a:t>Planı bulma süresi, saniye</a:t>
            </a:r>
          </a:p>
        </p:txBody>
      </p:sp>
      <p:sp>
        <p:nvSpPr>
          <p:cNvPr id="7" name="">
            <a:extLst xmlns:a="http://schemas.openxmlformats.org/drawingml/2006/main">
              <a:ext uri="{FF2B5EF4-FFF2-40B4-BE49-F238E27FC236}">
                <a16:creationId xmlns:a16="http://schemas.microsoft.com/office/drawing/2014/main" id="{205014F5-9234-4481-801F-BE918F5FBBAE}"/>
              </a:ext>
            </a:extLst>
          </p:cNvPr>
          <p:cNvSpPr>
            <a:spLocks xmlns:a="http://schemas.openxmlformats.org/drawingml/2006/main" noGrp="1"/>
          </p:cNvSpPr>
          <p:nvPr/>
        </p:nvSpPr>
        <p:spPr>
          <a:xfrm xmlns:a="http://schemas.openxmlformats.org/drawingml/2006/main">
            <a:off x="8248650" y="2428875"/>
            <a:ext cx="3238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875" b="1">
                <a:solidFill>
                  <a:srgbClr val="6FE0CC"/>
                </a:solidFill>
                <a:latin typeface="Segoe UI"/>
                <a:ea typeface="Segoe UI"/>
                <a:cs typeface="Segoe UI"/>
              </a:defRPr>
            </a:defPPr>
            <a:lvl1pPr>
              <a:defRPr sz="4875" b="1">
                <a:solidFill>
                  <a:srgbClr val="6FE0CC"/>
                </a:solidFill>
                <a:latin typeface="Segoe UI"/>
                <a:ea typeface="Segoe UI"/>
                <a:cs typeface="Segoe UI"/>
              </a:defRPr>
            </a:lvl1pPr>
            <a:lvl2pPr>
              <a:defRPr sz="4875" b="1">
                <a:solidFill>
                  <a:srgbClr val="6FE0CC"/>
                </a:solidFill>
                <a:latin typeface="Segoe UI"/>
                <a:ea typeface="Segoe UI"/>
                <a:cs typeface="Segoe UI"/>
              </a:defRPr>
            </a:lvl2pPr>
            <a:lvl3pPr>
              <a:defRPr sz="4875" b="1">
                <a:solidFill>
                  <a:srgbClr val="6FE0CC"/>
                </a:solidFill>
                <a:latin typeface="Segoe UI"/>
                <a:ea typeface="Segoe UI"/>
                <a:cs typeface="Segoe UI"/>
              </a:defRPr>
            </a:lvl3pPr>
            <a:lvl4pPr>
              <a:defRPr sz="4875" b="1">
                <a:solidFill>
                  <a:srgbClr val="6FE0CC"/>
                </a:solidFill>
                <a:latin typeface="Segoe UI"/>
                <a:ea typeface="Segoe UI"/>
                <a:cs typeface="Segoe UI"/>
              </a:defRPr>
            </a:lvl4pPr>
            <a:lvl5pPr>
              <a:defRPr sz="4875" b="1">
                <a:solidFill>
                  <a:srgbClr val="6FE0CC"/>
                </a:solidFill>
                <a:latin typeface="Segoe UI"/>
                <a:ea typeface="Segoe UI"/>
                <a:cs typeface="Segoe UI"/>
              </a:defRPr>
            </a:lvl5pPr>
            <a:lvl6pPr>
              <a:defRPr sz="4875" b="1">
                <a:solidFill>
                  <a:srgbClr val="6FE0CC"/>
                </a:solidFill>
                <a:latin typeface="Segoe UI"/>
                <a:ea typeface="Segoe UI"/>
                <a:cs typeface="Segoe UI"/>
              </a:defRPr>
            </a:lvl6pPr>
            <a:lvl7pPr>
              <a:defRPr sz="4875" b="1">
                <a:solidFill>
                  <a:srgbClr val="6FE0CC"/>
                </a:solidFill>
                <a:latin typeface="Segoe UI"/>
                <a:ea typeface="Segoe UI"/>
                <a:cs typeface="Segoe UI"/>
              </a:defRPr>
            </a:lvl7pPr>
            <a:lvl8pPr>
              <a:defRPr sz="4875" b="1">
                <a:solidFill>
                  <a:srgbClr val="6FE0CC"/>
                </a:solidFill>
                <a:latin typeface="Segoe UI"/>
                <a:ea typeface="Segoe UI"/>
                <a:cs typeface="Segoe UI"/>
              </a:defRPr>
            </a:lvl8pPr>
            <a:lvl9pPr>
              <a:defRPr sz="4875" b="1">
                <a:solidFill>
                  <a:srgbClr val="6FE0CC"/>
                </a:solidFill>
                <a:latin typeface="Segoe UI"/>
                <a:ea typeface="Segoe UI"/>
                <a:cs typeface="Segoe UI"/>
              </a:defRPr>
            </a:lvl9pPr>
          </a:lstStyle>
          <a:p xmlns:a="http://schemas.openxmlformats.org/drawingml/2006/main">
            <a:pPr>
              <a:defRPr sz="4875" b="1">
                <a:solidFill>
                  <a:srgbClr val="6FE0CC"/>
                </a:solidFill>
                <a:latin typeface="Segoe UI"/>
                <a:ea typeface="Segoe UI"/>
                <a:cs typeface="Segoe UI"/>
              </a:defRPr>
            </a:pPr>
            <a:r>
              <a:rPr sz="4875" b="1">
                <a:solidFill>
                  <a:srgbClr val="6FE0CC"/>
                </a:solidFill>
                <a:latin typeface="Segoe UI"/>
                <a:ea typeface="Segoe UI"/>
                <a:cs typeface="Segoe UI"/>
              </a:rPr>
              <a:t>51,68×</a:t>
            </a:r>
          </a:p>
        </p:txBody>
      </p:sp>
      <p:sp>
        <p:nvSpPr>
          <p:cNvPr id="8" name="">
            <a:extLst xmlns:a="http://schemas.openxmlformats.org/drawingml/2006/main">
              <a:ext uri="{FF2B5EF4-FFF2-40B4-BE49-F238E27FC236}">
                <a16:creationId xmlns:a16="http://schemas.microsoft.com/office/drawing/2014/main" id="{56D2B2A6-E22D-4866-BD17-B060FD9B0FBD}"/>
              </a:ext>
            </a:extLst>
          </p:cNvPr>
          <p:cNvSpPr>
            <a:spLocks xmlns:a="http://schemas.openxmlformats.org/drawingml/2006/main" noGrp="1"/>
          </p:cNvSpPr>
          <p:nvPr/>
        </p:nvSpPr>
        <p:spPr>
          <a:xfrm xmlns:a="http://schemas.openxmlformats.org/drawingml/2006/main">
            <a:off x="8248650" y="3667125"/>
            <a:ext cx="32385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50" b="1">
                <a:solidFill>
                  <a:srgbClr val="F7FBFC"/>
                </a:solidFill>
                <a:latin typeface="Segoe UI"/>
                <a:ea typeface="Segoe UI"/>
                <a:cs typeface="Segoe UI"/>
              </a:defRPr>
            </a:defPPr>
            <a:lvl1pPr>
              <a:defRPr sz="2550" b="1">
                <a:solidFill>
                  <a:srgbClr val="F7FBFC"/>
                </a:solidFill>
                <a:latin typeface="Segoe UI"/>
                <a:ea typeface="Segoe UI"/>
                <a:cs typeface="Segoe UI"/>
              </a:defRPr>
            </a:lvl1pPr>
            <a:lvl2pPr>
              <a:defRPr sz="2550" b="1">
                <a:solidFill>
                  <a:srgbClr val="F7FBFC"/>
                </a:solidFill>
                <a:latin typeface="Segoe UI"/>
                <a:ea typeface="Segoe UI"/>
                <a:cs typeface="Segoe UI"/>
              </a:defRPr>
            </a:lvl2pPr>
            <a:lvl3pPr>
              <a:defRPr sz="2550" b="1">
                <a:solidFill>
                  <a:srgbClr val="F7FBFC"/>
                </a:solidFill>
                <a:latin typeface="Segoe UI"/>
                <a:ea typeface="Segoe UI"/>
                <a:cs typeface="Segoe UI"/>
              </a:defRPr>
            </a:lvl3pPr>
            <a:lvl4pPr>
              <a:defRPr sz="2550" b="1">
                <a:solidFill>
                  <a:srgbClr val="F7FBFC"/>
                </a:solidFill>
                <a:latin typeface="Segoe UI"/>
                <a:ea typeface="Segoe UI"/>
                <a:cs typeface="Segoe UI"/>
              </a:defRPr>
            </a:lvl4pPr>
            <a:lvl5pPr>
              <a:defRPr sz="2550" b="1">
                <a:solidFill>
                  <a:srgbClr val="F7FBFC"/>
                </a:solidFill>
                <a:latin typeface="Segoe UI"/>
                <a:ea typeface="Segoe UI"/>
                <a:cs typeface="Segoe UI"/>
              </a:defRPr>
            </a:lvl5pPr>
            <a:lvl6pPr>
              <a:defRPr sz="2550" b="1">
                <a:solidFill>
                  <a:srgbClr val="F7FBFC"/>
                </a:solidFill>
                <a:latin typeface="Segoe UI"/>
                <a:ea typeface="Segoe UI"/>
                <a:cs typeface="Segoe UI"/>
              </a:defRPr>
            </a:lvl6pPr>
            <a:lvl7pPr>
              <a:defRPr sz="2550" b="1">
                <a:solidFill>
                  <a:srgbClr val="F7FBFC"/>
                </a:solidFill>
                <a:latin typeface="Segoe UI"/>
                <a:ea typeface="Segoe UI"/>
                <a:cs typeface="Segoe UI"/>
              </a:defRPr>
            </a:lvl7pPr>
            <a:lvl8pPr>
              <a:defRPr sz="2550" b="1">
                <a:solidFill>
                  <a:srgbClr val="F7FBFC"/>
                </a:solidFill>
                <a:latin typeface="Segoe UI"/>
                <a:ea typeface="Segoe UI"/>
                <a:cs typeface="Segoe UI"/>
              </a:defRPr>
            </a:lvl8pPr>
            <a:lvl9pPr>
              <a:defRPr sz="2550" b="1">
                <a:solidFill>
                  <a:srgbClr val="F7FBFC"/>
                </a:solidFill>
                <a:latin typeface="Segoe UI"/>
                <a:ea typeface="Segoe UI"/>
                <a:cs typeface="Segoe UI"/>
              </a:defRPr>
            </a:lvl9pPr>
          </a:lstStyle>
          <a:p xmlns:a="http://schemas.openxmlformats.org/drawingml/2006/main">
            <a:pPr>
              <a:defRPr sz="2550" b="1">
                <a:solidFill>
                  <a:srgbClr val="F7FBFC"/>
                </a:solidFill>
                <a:latin typeface="Segoe UI"/>
                <a:ea typeface="Segoe UI"/>
                <a:cs typeface="Segoe UI"/>
              </a:defRPr>
            </a:pPr>
            <a:r>
              <a:rPr sz="2550" b="1">
                <a:solidFill>
                  <a:srgbClr val="F7FBFC"/>
                </a:solidFill>
                <a:latin typeface="Segoe UI"/>
                <a:ea typeface="Segoe UI"/>
                <a:cs typeface="Segoe UI"/>
              </a:rPr>
              <a:t>Daha kısa</a:t>
            </a:r>
          </a:p>
          <a:p xmlns:a="http://schemas.openxmlformats.org/drawingml/2006/main">
            <a:pPr>
              <a:defRPr sz="2550" b="1">
                <a:solidFill>
                  <a:srgbClr val="F7FBFC"/>
                </a:solidFill>
                <a:latin typeface="Segoe UI"/>
                <a:ea typeface="Segoe UI"/>
                <a:cs typeface="Segoe UI"/>
              </a:defRPr>
            </a:pPr>
            <a:r>
              <a:rPr sz="2550" b="1">
                <a:solidFill>
                  <a:srgbClr val="F7FBFC"/>
                </a:solidFill>
                <a:latin typeface="Segoe UI"/>
                <a:ea typeface="Segoe UI"/>
                <a:cs typeface="Segoe UI"/>
              </a:rPr>
              <a:t>çözüm araması</a:t>
            </a:r>
          </a:p>
        </p:txBody>
      </p:sp>
      <p:sp>
        <p:nvSpPr>
          <p:cNvPr id="9" name="">
            <a:extLst xmlns:a="http://schemas.openxmlformats.org/drawingml/2006/main">
              <a:ext uri="{FF2B5EF4-FFF2-40B4-BE49-F238E27FC236}">
                <a16:creationId xmlns:a16="http://schemas.microsoft.com/office/drawing/2014/main" id="{8FA5F9C9-A283-46DD-B76F-0ED510219649}"/>
              </a:ext>
            </a:extLst>
          </p:cNvPr>
          <p:cNvSpPr>
            <a:spLocks xmlns:a="http://schemas.openxmlformats.org/drawingml/2006/main" noGrp="1"/>
          </p:cNvSpPr>
          <p:nvPr/>
        </p:nvSpPr>
        <p:spPr>
          <a:xfrm xmlns:a="http://schemas.openxmlformats.org/drawingml/2006/main">
            <a:off x="628650" y="5743575"/>
            <a:ext cx="10906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ACC5CC"/>
                </a:solidFill>
                <a:latin typeface="Segoe UI"/>
                <a:ea typeface="Segoe UI"/>
                <a:cs typeface="Segoe UI"/>
              </a:defRPr>
            </a:defPPr>
            <a:lvl1pPr>
              <a:defRPr sz="1875" b="0">
                <a:solidFill>
                  <a:srgbClr val="ACC5CC"/>
                </a:solidFill>
                <a:latin typeface="Segoe UI"/>
                <a:ea typeface="Segoe UI"/>
                <a:cs typeface="Segoe UI"/>
              </a:defRPr>
            </a:lvl1pPr>
            <a:lvl2pPr>
              <a:defRPr sz="1875" b="0">
                <a:solidFill>
                  <a:srgbClr val="ACC5CC"/>
                </a:solidFill>
                <a:latin typeface="Segoe UI"/>
                <a:ea typeface="Segoe UI"/>
                <a:cs typeface="Segoe UI"/>
              </a:defRPr>
            </a:lvl2pPr>
            <a:lvl3pPr>
              <a:defRPr sz="1875" b="0">
                <a:solidFill>
                  <a:srgbClr val="ACC5CC"/>
                </a:solidFill>
                <a:latin typeface="Segoe UI"/>
                <a:ea typeface="Segoe UI"/>
                <a:cs typeface="Segoe UI"/>
              </a:defRPr>
            </a:lvl3pPr>
            <a:lvl4pPr>
              <a:defRPr sz="1875" b="0">
                <a:solidFill>
                  <a:srgbClr val="ACC5CC"/>
                </a:solidFill>
                <a:latin typeface="Segoe UI"/>
                <a:ea typeface="Segoe UI"/>
                <a:cs typeface="Segoe UI"/>
              </a:defRPr>
            </a:lvl4pPr>
            <a:lvl5pPr>
              <a:defRPr sz="1875" b="0">
                <a:solidFill>
                  <a:srgbClr val="ACC5CC"/>
                </a:solidFill>
                <a:latin typeface="Segoe UI"/>
                <a:ea typeface="Segoe UI"/>
                <a:cs typeface="Segoe UI"/>
              </a:defRPr>
            </a:lvl5pPr>
            <a:lvl6pPr>
              <a:defRPr sz="1875" b="0">
                <a:solidFill>
                  <a:srgbClr val="ACC5CC"/>
                </a:solidFill>
                <a:latin typeface="Segoe UI"/>
                <a:ea typeface="Segoe UI"/>
                <a:cs typeface="Segoe UI"/>
              </a:defRPr>
            </a:lvl6pPr>
            <a:lvl7pPr>
              <a:defRPr sz="1875" b="0">
                <a:solidFill>
                  <a:srgbClr val="ACC5CC"/>
                </a:solidFill>
                <a:latin typeface="Segoe UI"/>
                <a:ea typeface="Segoe UI"/>
                <a:cs typeface="Segoe UI"/>
              </a:defRPr>
            </a:lvl7pPr>
            <a:lvl8pPr>
              <a:defRPr sz="1875" b="0">
                <a:solidFill>
                  <a:srgbClr val="ACC5CC"/>
                </a:solidFill>
                <a:latin typeface="Segoe UI"/>
                <a:ea typeface="Segoe UI"/>
                <a:cs typeface="Segoe UI"/>
              </a:defRPr>
            </a:lvl8pPr>
            <a:lvl9pPr>
              <a:defRPr sz="1875" b="0">
                <a:solidFill>
                  <a:srgbClr val="ACC5CC"/>
                </a:solidFill>
                <a:latin typeface="Segoe UI"/>
                <a:ea typeface="Segoe UI"/>
                <a:cs typeface="Segoe UI"/>
              </a:defRPr>
            </a:lvl9pPr>
          </a:lstStyle>
          <a:p xmlns:a="http://schemas.openxmlformats.org/drawingml/2006/main">
            <a:pPr>
              <a:defRPr sz="1875" b="0">
                <a:solidFill>
                  <a:srgbClr val="ACC5CC"/>
                </a:solidFill>
                <a:latin typeface="Segoe UI"/>
                <a:ea typeface="Segoe UI"/>
                <a:cs typeface="Segoe UI"/>
              </a:defRPr>
            </a:pPr>
            <a:r>
              <a:rPr sz="1875" b="0">
                <a:solidFill>
                  <a:srgbClr val="ACC5CC"/>
                </a:solidFill>
                <a:latin typeface="Segoe UI"/>
                <a:ea typeface="Segoe UI"/>
                <a:cs typeface="Segoe UI"/>
              </a:rPr>
              <a:t>Kesinlik, sabit konumdaki oran içindir. Bu deneyde ortalama model riski arttı.</a:t>
            </a:r>
          </a:p>
        </p:txBody>
      </p:sp>
    </p:spTree>
    <p:extLst>
      <p:ext uri="{BB962C8B-B14F-4D97-AF65-F5344CB8AC3E}">
        <p14:creationId xmlns:p14="http://schemas.microsoft.com/office/powerpoint/2010/main" val="760890386"/>
      </p:ext>
    </p:extLst>
  </p:cSld>
</p:sld>
</file>

<file path=ppt/slides/slide18.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8578B9FD-C57E-4B96-A672-33B2777CD515}"/>
              </a:ext>
            </a:extLst>
          </p:cNvPr>
          <p:cNvPicPr>
            <a:picLocks xmlns:a="http://schemas.openxmlformats.org/drawingml/2006/main" noChangeAspect="1"/>
          </p:cNvPicPr>
          <p:nvPr/>
        </p:nvPicPr>
        <p:blipFill>
          <a:blip xmlns:r="http://schemas.openxmlformats.org/officeDocument/2006/relationships" xmlns:a="http://schemas.openxmlformats.org/drawingml/2006/main" r:embed="R65457d81ab904f10"/>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3" name="title">
            <a:extLst xmlns:a="http://schemas.openxmlformats.org/drawingml/2006/main">
              <a:ext uri="{FF2B5EF4-FFF2-40B4-BE49-F238E27FC236}">
                <a16:creationId xmlns:a16="http://schemas.microsoft.com/office/drawing/2014/main" id="{CB0618E1-E9FE-4208-BA08-FBD56617D9F7}"/>
              </a:ext>
            </a:extLst>
          </p:cNvPr>
          <p:cNvSpPr>
            <a:spLocks xmlns:a="http://schemas.openxmlformats.org/drawingml/2006/main" noGrp="1"/>
          </p:cNvSpPr>
          <p:nvPr/>
        </p:nvSpPr>
        <p:spPr>
          <a:xfrm xmlns:a="http://schemas.openxmlformats.org/drawingml/2006/main">
            <a:off x="628650" y="457200"/>
            <a:ext cx="109347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600" b="1">
                <a:solidFill>
                  <a:srgbClr val="102D3B"/>
                </a:solidFill>
                <a:latin typeface="Segoe UI"/>
                <a:ea typeface="Segoe UI"/>
                <a:cs typeface="Segoe UI"/>
              </a:defRPr>
            </a:defPPr>
            <a:lvl1pPr>
              <a:defRPr sz="3600" b="1">
                <a:solidFill>
                  <a:srgbClr val="102D3B"/>
                </a:solidFill>
                <a:latin typeface="Segoe UI"/>
                <a:ea typeface="Segoe UI"/>
                <a:cs typeface="Segoe UI"/>
              </a:defRPr>
            </a:lvl1pPr>
            <a:lvl2pPr>
              <a:defRPr sz="3600" b="1">
                <a:solidFill>
                  <a:srgbClr val="102D3B"/>
                </a:solidFill>
                <a:latin typeface="Segoe UI"/>
                <a:ea typeface="Segoe UI"/>
                <a:cs typeface="Segoe UI"/>
              </a:defRPr>
            </a:lvl2pPr>
            <a:lvl3pPr>
              <a:defRPr sz="3600" b="1">
                <a:solidFill>
                  <a:srgbClr val="102D3B"/>
                </a:solidFill>
                <a:latin typeface="Segoe UI"/>
                <a:ea typeface="Segoe UI"/>
                <a:cs typeface="Segoe UI"/>
              </a:defRPr>
            </a:lvl3pPr>
            <a:lvl4pPr>
              <a:defRPr sz="3600" b="1">
                <a:solidFill>
                  <a:srgbClr val="102D3B"/>
                </a:solidFill>
                <a:latin typeface="Segoe UI"/>
                <a:ea typeface="Segoe UI"/>
                <a:cs typeface="Segoe UI"/>
              </a:defRPr>
            </a:lvl4pPr>
            <a:lvl5pPr>
              <a:defRPr sz="3600" b="1">
                <a:solidFill>
                  <a:srgbClr val="102D3B"/>
                </a:solidFill>
                <a:latin typeface="Segoe UI"/>
                <a:ea typeface="Segoe UI"/>
                <a:cs typeface="Segoe UI"/>
              </a:defRPr>
            </a:lvl5pPr>
            <a:lvl6pPr>
              <a:defRPr sz="3600" b="1">
                <a:solidFill>
                  <a:srgbClr val="102D3B"/>
                </a:solidFill>
                <a:latin typeface="Segoe UI"/>
                <a:ea typeface="Segoe UI"/>
                <a:cs typeface="Segoe UI"/>
              </a:defRPr>
            </a:lvl6pPr>
            <a:lvl7pPr>
              <a:defRPr sz="3600" b="1">
                <a:solidFill>
                  <a:srgbClr val="102D3B"/>
                </a:solidFill>
                <a:latin typeface="Segoe UI"/>
                <a:ea typeface="Segoe UI"/>
                <a:cs typeface="Segoe UI"/>
              </a:defRPr>
            </a:lvl7pPr>
            <a:lvl8pPr>
              <a:defRPr sz="3600" b="1">
                <a:solidFill>
                  <a:srgbClr val="102D3B"/>
                </a:solidFill>
                <a:latin typeface="Segoe UI"/>
                <a:ea typeface="Segoe UI"/>
                <a:cs typeface="Segoe UI"/>
              </a:defRPr>
            </a:lvl8pPr>
            <a:lvl9pPr>
              <a:defRPr sz="3600" b="1">
                <a:solidFill>
                  <a:srgbClr val="102D3B"/>
                </a:solidFill>
                <a:latin typeface="Segoe UI"/>
                <a:ea typeface="Segoe UI"/>
                <a:cs typeface="Segoe UI"/>
              </a:defRPr>
            </a:lvl9pPr>
          </a:lstStyle>
          <a:p xmlns:a="http://schemas.openxmlformats.org/drawingml/2006/main">
            <a:pPr>
              <a:defRPr sz="3600" b="1">
                <a:solidFill>
                  <a:srgbClr val="102D3B"/>
                </a:solidFill>
                <a:latin typeface="Segoe UI"/>
                <a:ea typeface="Segoe UI"/>
                <a:cs typeface="Segoe UI"/>
              </a:defRPr>
            </a:pPr>
            <a:r>
              <a:rPr sz="3600" b="1">
                <a:solidFill>
                  <a:srgbClr val="102D3B"/>
                </a:solidFill>
                <a:latin typeface="Segoe UI"/>
                <a:ea typeface="Segoe UI"/>
                <a:cs typeface="Segoe UI"/>
              </a:rPr>
              <a:t>Makale ile uyum ve farklar</a:t>
            </a:r>
          </a:p>
        </p:txBody>
      </p:sp>
      <p:sp>
        <p:nvSpPr>
          <p:cNvPr id="4" name="page">
            <a:extLst xmlns:a="http://schemas.openxmlformats.org/drawingml/2006/main">
              <a:ext uri="{FF2B5EF4-FFF2-40B4-BE49-F238E27FC236}">
                <a16:creationId xmlns:a16="http://schemas.microsoft.com/office/drawing/2014/main" id="{2B3542B2-E2CD-41E2-A1DF-31CDE6B7F446}"/>
              </a:ext>
            </a:extLst>
          </p:cNvPr>
          <p:cNvSpPr>
            <a:spLocks xmlns:a="http://schemas.openxmlformats.org/drawingml/2006/main" noGrp="1"/>
          </p:cNvSpPr>
          <p:nvPr/>
        </p:nvSpPr>
        <p:spPr>
          <a:xfrm xmlns:a="http://schemas.openxmlformats.org/drawingml/2006/main">
            <a:off x="11182350" y="6334125"/>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57717A"/>
                </a:solidFill>
                <a:latin typeface="Segoe UI"/>
                <a:ea typeface="Segoe UI"/>
                <a:cs typeface="Segoe UI"/>
              </a:defRPr>
            </a:defPPr>
            <a:lvl1pPr>
              <a:defRPr sz="1575" b="0">
                <a:solidFill>
                  <a:srgbClr val="57717A"/>
                </a:solidFill>
                <a:latin typeface="Segoe UI"/>
                <a:ea typeface="Segoe UI"/>
                <a:cs typeface="Segoe UI"/>
              </a:defRPr>
            </a:lvl1pPr>
            <a:lvl2pPr>
              <a:defRPr sz="1575" b="0">
                <a:solidFill>
                  <a:srgbClr val="57717A"/>
                </a:solidFill>
                <a:latin typeface="Segoe UI"/>
                <a:ea typeface="Segoe UI"/>
                <a:cs typeface="Segoe UI"/>
              </a:defRPr>
            </a:lvl2pPr>
            <a:lvl3pPr>
              <a:defRPr sz="1575" b="0">
                <a:solidFill>
                  <a:srgbClr val="57717A"/>
                </a:solidFill>
                <a:latin typeface="Segoe UI"/>
                <a:ea typeface="Segoe UI"/>
                <a:cs typeface="Segoe UI"/>
              </a:defRPr>
            </a:lvl3pPr>
            <a:lvl4pPr>
              <a:defRPr sz="1575" b="0">
                <a:solidFill>
                  <a:srgbClr val="57717A"/>
                </a:solidFill>
                <a:latin typeface="Segoe UI"/>
                <a:ea typeface="Segoe UI"/>
                <a:cs typeface="Segoe UI"/>
              </a:defRPr>
            </a:lvl4pPr>
            <a:lvl5pPr>
              <a:defRPr sz="1575" b="0">
                <a:solidFill>
                  <a:srgbClr val="57717A"/>
                </a:solidFill>
                <a:latin typeface="Segoe UI"/>
                <a:ea typeface="Segoe UI"/>
                <a:cs typeface="Segoe UI"/>
              </a:defRPr>
            </a:lvl5pPr>
            <a:lvl6pPr>
              <a:defRPr sz="1575" b="0">
                <a:solidFill>
                  <a:srgbClr val="57717A"/>
                </a:solidFill>
                <a:latin typeface="Segoe UI"/>
                <a:ea typeface="Segoe UI"/>
                <a:cs typeface="Segoe UI"/>
              </a:defRPr>
            </a:lvl6pPr>
            <a:lvl7pPr>
              <a:defRPr sz="1575" b="0">
                <a:solidFill>
                  <a:srgbClr val="57717A"/>
                </a:solidFill>
                <a:latin typeface="Segoe UI"/>
                <a:ea typeface="Segoe UI"/>
                <a:cs typeface="Segoe UI"/>
              </a:defRPr>
            </a:lvl7pPr>
            <a:lvl8pPr>
              <a:defRPr sz="1575" b="0">
                <a:solidFill>
                  <a:srgbClr val="57717A"/>
                </a:solidFill>
                <a:latin typeface="Segoe UI"/>
                <a:ea typeface="Segoe UI"/>
                <a:cs typeface="Segoe UI"/>
              </a:defRPr>
            </a:lvl8pPr>
            <a:lvl9pPr>
              <a:defRPr sz="1575" b="0">
                <a:solidFill>
                  <a:srgbClr val="57717A"/>
                </a:solidFill>
                <a:latin typeface="Segoe UI"/>
                <a:ea typeface="Segoe UI"/>
                <a:cs typeface="Segoe UI"/>
              </a:defRPr>
            </a:lvl9pPr>
          </a:lstStyle>
          <a:p xmlns:a="http://schemas.openxmlformats.org/drawingml/2006/main">
            <a:pPr>
              <a:defRPr sz="1575" b="0">
                <a:solidFill>
                  <a:srgbClr val="57717A"/>
                </a:solidFill>
                <a:latin typeface="Segoe UI"/>
                <a:ea typeface="Segoe UI"/>
                <a:cs typeface="Segoe UI"/>
              </a:defRPr>
            </a:pPr>
            <a:r>
              <a:rPr sz="1575" b="0">
                <a:solidFill>
                  <a:srgbClr val="57717A"/>
                </a:solidFill>
                <a:latin typeface="Segoe UI"/>
                <a:ea typeface="Segoe UI"/>
                <a:cs typeface="Segoe UI"/>
              </a:rPr>
              <a:t>18</a:t>
            </a:r>
          </a:p>
        </p:txBody>
      </p:sp>
      <p:sp>
        <p:nvSpPr>
          <p:cNvPr id="5" name="">
            <a:extLst xmlns:a="http://schemas.openxmlformats.org/drawingml/2006/main">
              <a:ext uri="{FF2B5EF4-FFF2-40B4-BE49-F238E27FC236}">
                <a16:creationId xmlns:a16="http://schemas.microsoft.com/office/drawing/2014/main" id="{91F3F125-8AE2-45A1-ADCE-ED9A1A84B1AB}"/>
              </a:ext>
            </a:extLst>
          </p:cNvPr>
          <p:cNvSpPr>
            <a:spLocks xmlns:a="http://schemas.openxmlformats.org/drawingml/2006/main" noGrp="1"/>
          </p:cNvSpPr>
          <p:nvPr/>
        </p:nvSpPr>
        <p:spPr>
          <a:xfrm xmlns:a="http://schemas.openxmlformats.org/drawingml/2006/main">
            <a:off x="628650" y="1657350"/>
            <a:ext cx="5238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50" b="1">
                <a:solidFill>
                  <a:srgbClr val="117B78"/>
                </a:solidFill>
                <a:latin typeface="Segoe UI"/>
                <a:ea typeface="Segoe UI"/>
                <a:cs typeface="Segoe UI"/>
              </a:defRPr>
            </a:defPPr>
            <a:lvl1pPr>
              <a:defRPr sz="2550" b="1">
                <a:solidFill>
                  <a:srgbClr val="117B78"/>
                </a:solidFill>
                <a:latin typeface="Segoe UI"/>
                <a:ea typeface="Segoe UI"/>
                <a:cs typeface="Segoe UI"/>
              </a:defRPr>
            </a:lvl1pPr>
            <a:lvl2pPr>
              <a:defRPr sz="2550" b="1">
                <a:solidFill>
                  <a:srgbClr val="117B78"/>
                </a:solidFill>
                <a:latin typeface="Segoe UI"/>
                <a:ea typeface="Segoe UI"/>
                <a:cs typeface="Segoe UI"/>
              </a:defRPr>
            </a:lvl2pPr>
            <a:lvl3pPr>
              <a:defRPr sz="2550" b="1">
                <a:solidFill>
                  <a:srgbClr val="117B78"/>
                </a:solidFill>
                <a:latin typeface="Segoe UI"/>
                <a:ea typeface="Segoe UI"/>
                <a:cs typeface="Segoe UI"/>
              </a:defRPr>
            </a:lvl3pPr>
            <a:lvl4pPr>
              <a:defRPr sz="2550" b="1">
                <a:solidFill>
                  <a:srgbClr val="117B78"/>
                </a:solidFill>
                <a:latin typeface="Segoe UI"/>
                <a:ea typeface="Segoe UI"/>
                <a:cs typeface="Segoe UI"/>
              </a:defRPr>
            </a:lvl4pPr>
            <a:lvl5pPr>
              <a:defRPr sz="2550" b="1">
                <a:solidFill>
                  <a:srgbClr val="117B78"/>
                </a:solidFill>
                <a:latin typeface="Segoe UI"/>
                <a:ea typeface="Segoe UI"/>
                <a:cs typeface="Segoe UI"/>
              </a:defRPr>
            </a:lvl5pPr>
            <a:lvl6pPr>
              <a:defRPr sz="2550" b="1">
                <a:solidFill>
                  <a:srgbClr val="117B78"/>
                </a:solidFill>
                <a:latin typeface="Segoe UI"/>
                <a:ea typeface="Segoe UI"/>
                <a:cs typeface="Segoe UI"/>
              </a:defRPr>
            </a:lvl6pPr>
            <a:lvl7pPr>
              <a:defRPr sz="2550" b="1">
                <a:solidFill>
                  <a:srgbClr val="117B78"/>
                </a:solidFill>
                <a:latin typeface="Segoe UI"/>
                <a:ea typeface="Segoe UI"/>
                <a:cs typeface="Segoe UI"/>
              </a:defRPr>
            </a:lvl7pPr>
            <a:lvl8pPr>
              <a:defRPr sz="2550" b="1">
                <a:solidFill>
                  <a:srgbClr val="117B78"/>
                </a:solidFill>
                <a:latin typeface="Segoe UI"/>
                <a:ea typeface="Segoe UI"/>
                <a:cs typeface="Segoe UI"/>
              </a:defRPr>
            </a:lvl8pPr>
            <a:lvl9pPr>
              <a:defRPr sz="2550" b="1">
                <a:solidFill>
                  <a:srgbClr val="117B78"/>
                </a:solidFill>
                <a:latin typeface="Segoe UI"/>
                <a:ea typeface="Segoe UI"/>
                <a:cs typeface="Segoe UI"/>
              </a:defRPr>
            </a:lvl9pPr>
          </a:lstStyle>
          <a:p xmlns:a="http://schemas.openxmlformats.org/drawingml/2006/main">
            <a:pPr>
              <a:defRPr sz="2550" b="1">
                <a:solidFill>
                  <a:srgbClr val="117B78"/>
                </a:solidFill>
                <a:latin typeface="Segoe UI"/>
                <a:ea typeface="Segoe UI"/>
                <a:cs typeface="Segoe UI"/>
              </a:defRPr>
            </a:pPr>
            <a:r>
              <a:rPr sz="2550" b="1">
                <a:solidFill>
                  <a:srgbClr val="117B78"/>
                </a:solidFill>
                <a:latin typeface="Segoe UI"/>
                <a:ea typeface="Segoe UI"/>
                <a:cs typeface="Segoe UI"/>
              </a:rPr>
              <a:t>Yeniden uygulananlar</a:t>
            </a:r>
          </a:p>
        </p:txBody>
      </p:sp>
      <p:sp>
        <p:nvSpPr>
          <p:cNvPr id="6" name="">
            <a:extLst xmlns:a="http://schemas.openxmlformats.org/drawingml/2006/main">
              <a:ext uri="{FF2B5EF4-FFF2-40B4-BE49-F238E27FC236}">
                <a16:creationId xmlns:a16="http://schemas.microsoft.com/office/drawing/2014/main" id="{92B1DC5D-E462-4781-9BC8-73B6F038080A}"/>
              </a:ext>
            </a:extLst>
          </p:cNvPr>
          <p:cNvSpPr>
            <a:spLocks xmlns:a="http://schemas.openxmlformats.org/drawingml/2006/main" noGrp="1"/>
          </p:cNvSpPr>
          <p:nvPr/>
        </p:nvSpPr>
        <p:spPr>
          <a:xfrm xmlns:a="http://schemas.openxmlformats.org/drawingml/2006/main">
            <a:off x="6457950" y="1657350"/>
            <a:ext cx="51911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50" b="1">
                <a:solidFill>
                  <a:srgbClr val="117B78"/>
                </a:solidFill>
                <a:latin typeface="Segoe UI"/>
                <a:ea typeface="Segoe UI"/>
                <a:cs typeface="Segoe UI"/>
              </a:defRPr>
            </a:defPPr>
            <a:lvl1pPr>
              <a:defRPr sz="2550" b="1">
                <a:solidFill>
                  <a:srgbClr val="117B78"/>
                </a:solidFill>
                <a:latin typeface="Segoe UI"/>
                <a:ea typeface="Segoe UI"/>
                <a:cs typeface="Segoe UI"/>
              </a:defRPr>
            </a:lvl1pPr>
            <a:lvl2pPr>
              <a:defRPr sz="2550" b="1">
                <a:solidFill>
                  <a:srgbClr val="117B78"/>
                </a:solidFill>
                <a:latin typeface="Segoe UI"/>
                <a:ea typeface="Segoe UI"/>
                <a:cs typeface="Segoe UI"/>
              </a:defRPr>
            </a:lvl2pPr>
            <a:lvl3pPr>
              <a:defRPr sz="2550" b="1">
                <a:solidFill>
                  <a:srgbClr val="117B78"/>
                </a:solidFill>
                <a:latin typeface="Segoe UI"/>
                <a:ea typeface="Segoe UI"/>
                <a:cs typeface="Segoe UI"/>
              </a:defRPr>
            </a:lvl3pPr>
            <a:lvl4pPr>
              <a:defRPr sz="2550" b="1">
                <a:solidFill>
                  <a:srgbClr val="117B78"/>
                </a:solidFill>
                <a:latin typeface="Segoe UI"/>
                <a:ea typeface="Segoe UI"/>
                <a:cs typeface="Segoe UI"/>
              </a:defRPr>
            </a:lvl4pPr>
            <a:lvl5pPr>
              <a:defRPr sz="2550" b="1">
                <a:solidFill>
                  <a:srgbClr val="117B78"/>
                </a:solidFill>
                <a:latin typeface="Segoe UI"/>
                <a:ea typeface="Segoe UI"/>
                <a:cs typeface="Segoe UI"/>
              </a:defRPr>
            </a:lvl5pPr>
            <a:lvl6pPr>
              <a:defRPr sz="2550" b="1">
                <a:solidFill>
                  <a:srgbClr val="117B78"/>
                </a:solidFill>
                <a:latin typeface="Segoe UI"/>
                <a:ea typeface="Segoe UI"/>
                <a:cs typeface="Segoe UI"/>
              </a:defRPr>
            </a:lvl6pPr>
            <a:lvl7pPr>
              <a:defRPr sz="2550" b="1">
                <a:solidFill>
                  <a:srgbClr val="117B78"/>
                </a:solidFill>
                <a:latin typeface="Segoe UI"/>
                <a:ea typeface="Segoe UI"/>
                <a:cs typeface="Segoe UI"/>
              </a:defRPr>
            </a:lvl7pPr>
            <a:lvl8pPr>
              <a:defRPr sz="2550" b="1">
                <a:solidFill>
                  <a:srgbClr val="117B78"/>
                </a:solidFill>
                <a:latin typeface="Segoe UI"/>
                <a:ea typeface="Segoe UI"/>
                <a:cs typeface="Segoe UI"/>
              </a:defRPr>
            </a:lvl8pPr>
            <a:lvl9pPr>
              <a:defRPr sz="2550" b="1">
                <a:solidFill>
                  <a:srgbClr val="117B78"/>
                </a:solidFill>
                <a:latin typeface="Segoe UI"/>
                <a:ea typeface="Segoe UI"/>
                <a:cs typeface="Segoe UI"/>
              </a:defRPr>
            </a:lvl9pPr>
          </a:lstStyle>
          <a:p xmlns:a="http://schemas.openxmlformats.org/drawingml/2006/main">
            <a:pPr>
              <a:defRPr sz="2550" b="1">
                <a:solidFill>
                  <a:srgbClr val="117B78"/>
                </a:solidFill>
                <a:latin typeface="Segoe UI"/>
                <a:ea typeface="Segoe UI"/>
                <a:cs typeface="Segoe UI"/>
              </a:defRPr>
            </a:pPr>
            <a:r>
              <a:rPr sz="2550" b="1">
                <a:solidFill>
                  <a:srgbClr val="117B78"/>
                </a:solidFill>
                <a:latin typeface="Segoe UI"/>
                <a:ea typeface="Segoe UI"/>
                <a:cs typeface="Segoe UI"/>
              </a:rPr>
              <a:t>Sonucu değiştiren farklar</a:t>
            </a:r>
          </a:p>
        </p:txBody>
      </p:sp>
      <p:sp>
        <p:nvSpPr>
          <p:cNvPr id="7" name="">
            <a:extLst xmlns:a="http://schemas.openxmlformats.org/drawingml/2006/main">
              <a:ext uri="{FF2B5EF4-FFF2-40B4-BE49-F238E27FC236}">
                <a16:creationId xmlns:a16="http://schemas.microsoft.com/office/drawing/2014/main" id="{A1295B42-30EB-45BA-A250-22FD1316A61C}"/>
              </a:ext>
            </a:extLst>
          </p:cNvPr>
          <p:cNvSpPr>
            <a:spLocks xmlns:a="http://schemas.openxmlformats.org/drawingml/2006/main" noGrp="1"/>
          </p:cNvSpPr>
          <p:nvPr/>
        </p:nvSpPr>
        <p:spPr>
          <a:xfrm xmlns:a="http://schemas.openxmlformats.org/drawingml/2006/main">
            <a:off x="628650" y="2333625"/>
            <a:ext cx="5191125"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02D3B"/>
                </a:solidFill>
                <a:latin typeface="Segoe UI"/>
                <a:ea typeface="Segoe UI"/>
                <a:cs typeface="Segoe UI"/>
              </a:defRPr>
            </a:defPPr>
            <a:lvl1pPr>
              <a:defRPr sz="2175" b="1">
                <a:solidFill>
                  <a:srgbClr val="102D3B"/>
                </a:solidFill>
                <a:latin typeface="Segoe UI"/>
                <a:ea typeface="Segoe UI"/>
                <a:cs typeface="Segoe UI"/>
              </a:defRPr>
            </a:lvl1pPr>
            <a:lvl2pPr>
              <a:defRPr sz="2175" b="1">
                <a:solidFill>
                  <a:srgbClr val="102D3B"/>
                </a:solidFill>
                <a:latin typeface="Segoe UI"/>
                <a:ea typeface="Segoe UI"/>
                <a:cs typeface="Segoe UI"/>
              </a:defRPr>
            </a:lvl2pPr>
            <a:lvl3pPr>
              <a:defRPr sz="2175" b="1">
                <a:solidFill>
                  <a:srgbClr val="102D3B"/>
                </a:solidFill>
                <a:latin typeface="Segoe UI"/>
                <a:ea typeface="Segoe UI"/>
                <a:cs typeface="Segoe UI"/>
              </a:defRPr>
            </a:lvl3pPr>
            <a:lvl4pPr>
              <a:defRPr sz="2175" b="1">
                <a:solidFill>
                  <a:srgbClr val="102D3B"/>
                </a:solidFill>
                <a:latin typeface="Segoe UI"/>
                <a:ea typeface="Segoe UI"/>
                <a:cs typeface="Segoe UI"/>
              </a:defRPr>
            </a:lvl4pPr>
            <a:lvl5pPr>
              <a:defRPr sz="2175" b="1">
                <a:solidFill>
                  <a:srgbClr val="102D3B"/>
                </a:solidFill>
                <a:latin typeface="Segoe UI"/>
                <a:ea typeface="Segoe UI"/>
                <a:cs typeface="Segoe UI"/>
              </a:defRPr>
            </a:lvl5pPr>
            <a:lvl6pPr>
              <a:defRPr sz="2175" b="1">
                <a:solidFill>
                  <a:srgbClr val="102D3B"/>
                </a:solidFill>
                <a:latin typeface="Segoe UI"/>
                <a:ea typeface="Segoe UI"/>
                <a:cs typeface="Segoe UI"/>
              </a:defRPr>
            </a:lvl6pPr>
            <a:lvl7pPr>
              <a:defRPr sz="2175" b="1">
                <a:solidFill>
                  <a:srgbClr val="102D3B"/>
                </a:solidFill>
                <a:latin typeface="Segoe UI"/>
                <a:ea typeface="Segoe UI"/>
                <a:cs typeface="Segoe UI"/>
              </a:defRPr>
            </a:lvl7pPr>
            <a:lvl8pPr>
              <a:defRPr sz="2175" b="1">
                <a:solidFill>
                  <a:srgbClr val="102D3B"/>
                </a:solidFill>
                <a:latin typeface="Segoe UI"/>
                <a:ea typeface="Segoe UI"/>
                <a:cs typeface="Segoe UI"/>
              </a:defRPr>
            </a:lvl8pPr>
            <a:lvl9pPr>
              <a:defRPr sz="2175" b="1">
                <a:solidFill>
                  <a:srgbClr val="102D3B"/>
                </a:solidFill>
                <a:latin typeface="Segoe UI"/>
                <a:ea typeface="Segoe UI"/>
                <a:cs typeface="Segoe UI"/>
              </a:defRPr>
            </a:lvl9pPr>
          </a:lstStyle>
          <a:p xmlns:a="http://schemas.openxmlformats.org/drawingml/2006/main">
            <a:pPr>
              <a:defRPr sz="2175" b="1">
                <a:solidFill>
                  <a:srgbClr val="102D3B"/>
                </a:solidFill>
                <a:latin typeface="Segoe UI"/>
                <a:ea typeface="Segoe UI"/>
                <a:cs typeface="Segoe UI"/>
              </a:defRPr>
            </a:pPr>
            <a:r>
              <a:rPr sz="2175" b="1">
                <a:solidFill>
                  <a:srgbClr val="102D3B"/>
                </a:solidFill>
                <a:latin typeface="Segoe UI"/>
                <a:ea typeface="Segoe UI"/>
                <a:cs typeface="Segoe UI"/>
              </a:rPr>
              <a:t>Model</a:t>
            </a:r>
          </a:p>
        </p:txBody>
      </p:sp>
      <p:sp>
        <p:nvSpPr>
          <p:cNvPr id="8" name="">
            <a:extLst xmlns:a="http://schemas.openxmlformats.org/drawingml/2006/main">
              <a:ext uri="{FF2B5EF4-FFF2-40B4-BE49-F238E27FC236}">
                <a16:creationId xmlns:a16="http://schemas.microsoft.com/office/drawing/2014/main" id="{F15C0816-FA19-4697-B22A-BA18A52968C7}"/>
              </a:ext>
            </a:extLst>
          </p:cNvPr>
          <p:cNvSpPr>
            <a:spLocks xmlns:a="http://schemas.openxmlformats.org/drawingml/2006/main" noGrp="1"/>
          </p:cNvSpPr>
          <p:nvPr/>
        </p:nvSpPr>
        <p:spPr>
          <a:xfrm xmlns:a="http://schemas.openxmlformats.org/drawingml/2006/main">
            <a:off x="628650" y="2771775"/>
            <a:ext cx="519112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57717A"/>
                </a:solidFill>
                <a:latin typeface="Segoe UI"/>
                <a:ea typeface="Segoe UI"/>
                <a:cs typeface="Segoe UI"/>
              </a:defRPr>
            </a:defPPr>
            <a:lvl1pPr>
              <a:defRPr sz="2025" b="0">
                <a:solidFill>
                  <a:srgbClr val="57717A"/>
                </a:solidFill>
                <a:latin typeface="Segoe UI"/>
                <a:ea typeface="Segoe UI"/>
                <a:cs typeface="Segoe UI"/>
              </a:defRPr>
            </a:lvl1pPr>
            <a:lvl2pPr>
              <a:defRPr sz="2025" b="0">
                <a:solidFill>
                  <a:srgbClr val="57717A"/>
                </a:solidFill>
                <a:latin typeface="Segoe UI"/>
                <a:ea typeface="Segoe UI"/>
                <a:cs typeface="Segoe UI"/>
              </a:defRPr>
            </a:lvl2pPr>
            <a:lvl3pPr>
              <a:defRPr sz="2025" b="0">
                <a:solidFill>
                  <a:srgbClr val="57717A"/>
                </a:solidFill>
                <a:latin typeface="Segoe UI"/>
                <a:ea typeface="Segoe UI"/>
                <a:cs typeface="Segoe UI"/>
              </a:defRPr>
            </a:lvl3pPr>
            <a:lvl4pPr>
              <a:defRPr sz="2025" b="0">
                <a:solidFill>
                  <a:srgbClr val="57717A"/>
                </a:solidFill>
                <a:latin typeface="Segoe UI"/>
                <a:ea typeface="Segoe UI"/>
                <a:cs typeface="Segoe UI"/>
              </a:defRPr>
            </a:lvl4pPr>
            <a:lvl5pPr>
              <a:defRPr sz="2025" b="0">
                <a:solidFill>
                  <a:srgbClr val="57717A"/>
                </a:solidFill>
                <a:latin typeface="Segoe UI"/>
                <a:ea typeface="Segoe UI"/>
                <a:cs typeface="Segoe UI"/>
              </a:defRPr>
            </a:lvl5pPr>
            <a:lvl6pPr>
              <a:defRPr sz="2025" b="0">
                <a:solidFill>
                  <a:srgbClr val="57717A"/>
                </a:solidFill>
                <a:latin typeface="Segoe UI"/>
                <a:ea typeface="Segoe UI"/>
                <a:cs typeface="Segoe UI"/>
              </a:defRPr>
            </a:lvl6pPr>
            <a:lvl7pPr>
              <a:defRPr sz="2025" b="0">
                <a:solidFill>
                  <a:srgbClr val="57717A"/>
                </a:solidFill>
                <a:latin typeface="Segoe UI"/>
                <a:ea typeface="Segoe UI"/>
                <a:cs typeface="Segoe UI"/>
              </a:defRPr>
            </a:lvl7pPr>
            <a:lvl8pPr>
              <a:defRPr sz="2025" b="0">
                <a:solidFill>
                  <a:srgbClr val="57717A"/>
                </a:solidFill>
                <a:latin typeface="Segoe UI"/>
                <a:ea typeface="Segoe UI"/>
                <a:cs typeface="Segoe UI"/>
              </a:defRPr>
            </a:lvl8pPr>
            <a:lvl9pPr>
              <a:defRPr sz="2025" b="0">
                <a:solidFill>
                  <a:srgbClr val="57717A"/>
                </a:solidFill>
                <a:latin typeface="Segoe UI"/>
                <a:ea typeface="Segoe UI"/>
                <a:cs typeface="Segoe UI"/>
              </a:defRPr>
            </a:lvl9pPr>
          </a:lstStyle>
          <a:p xmlns:a="http://schemas.openxmlformats.org/drawingml/2006/main">
            <a:pPr>
              <a:defRPr sz="2025" b="0">
                <a:solidFill>
                  <a:srgbClr val="57717A"/>
                </a:solidFill>
                <a:latin typeface="Segoe UI"/>
                <a:ea typeface="Segoe UI"/>
                <a:cs typeface="Segoe UI"/>
              </a:defRPr>
            </a:pPr>
            <a:r>
              <a:rPr sz="2025" b="0">
                <a:solidFill>
                  <a:srgbClr val="57717A"/>
                </a:solidFill>
                <a:latin typeface="Segoe UI"/>
                <a:ea typeface="Segoe UI"/>
                <a:cs typeface="Segoe UI"/>
              </a:rPr>
              <a:t>Bulanık güvenlik, görev süresi,</a:t>
            </a:r>
          </a:p>
          <a:p xmlns:a="http://schemas.openxmlformats.org/drawingml/2006/main">
            <a:pPr>
              <a:defRPr sz="2025" b="0">
                <a:solidFill>
                  <a:srgbClr val="57717A"/>
                </a:solidFill>
                <a:latin typeface="Segoe UI"/>
                <a:ea typeface="Segoe UI"/>
                <a:cs typeface="Segoe UI"/>
              </a:defRPr>
            </a:pPr>
            <a:r>
              <a:rPr sz="2025" b="0">
                <a:solidFill>
                  <a:srgbClr val="57717A"/>
                </a:solidFill>
                <a:latin typeface="Segoe UI"/>
                <a:ea typeface="Segoe UI"/>
                <a:cs typeface="Segoe UI"/>
              </a:rPr>
              <a:t>kaynak sınırları ve yük dengesi.</a:t>
            </a:r>
          </a:p>
        </p:txBody>
      </p:sp>
      <p:sp>
        <p:nvSpPr>
          <p:cNvPr id="9" name="">
            <a:extLst xmlns:a="http://schemas.openxmlformats.org/drawingml/2006/main">
              <a:ext uri="{FF2B5EF4-FFF2-40B4-BE49-F238E27FC236}">
                <a16:creationId xmlns:a16="http://schemas.microsoft.com/office/drawing/2014/main" id="{D77BE4B1-19CB-453B-9D26-1F95FADBA19B}"/>
              </a:ext>
            </a:extLst>
          </p:cNvPr>
          <p:cNvSpPr>
            <a:spLocks xmlns:a="http://schemas.openxmlformats.org/drawingml/2006/main" noGrp="1"/>
          </p:cNvSpPr>
          <p:nvPr/>
        </p:nvSpPr>
        <p:spPr>
          <a:xfrm xmlns:a="http://schemas.openxmlformats.org/drawingml/2006/main">
            <a:off x="628650" y="3543300"/>
            <a:ext cx="5191125"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02D3B"/>
                </a:solidFill>
                <a:latin typeface="Segoe UI"/>
                <a:ea typeface="Segoe UI"/>
                <a:cs typeface="Segoe UI"/>
              </a:defRPr>
            </a:defPPr>
            <a:lvl1pPr>
              <a:defRPr sz="2175" b="1">
                <a:solidFill>
                  <a:srgbClr val="102D3B"/>
                </a:solidFill>
                <a:latin typeface="Segoe UI"/>
                <a:ea typeface="Segoe UI"/>
                <a:cs typeface="Segoe UI"/>
              </a:defRPr>
            </a:lvl1pPr>
            <a:lvl2pPr>
              <a:defRPr sz="2175" b="1">
                <a:solidFill>
                  <a:srgbClr val="102D3B"/>
                </a:solidFill>
                <a:latin typeface="Segoe UI"/>
                <a:ea typeface="Segoe UI"/>
                <a:cs typeface="Segoe UI"/>
              </a:defRPr>
            </a:lvl2pPr>
            <a:lvl3pPr>
              <a:defRPr sz="2175" b="1">
                <a:solidFill>
                  <a:srgbClr val="102D3B"/>
                </a:solidFill>
                <a:latin typeface="Segoe UI"/>
                <a:ea typeface="Segoe UI"/>
                <a:cs typeface="Segoe UI"/>
              </a:defRPr>
            </a:lvl3pPr>
            <a:lvl4pPr>
              <a:defRPr sz="2175" b="1">
                <a:solidFill>
                  <a:srgbClr val="102D3B"/>
                </a:solidFill>
                <a:latin typeface="Segoe UI"/>
                <a:ea typeface="Segoe UI"/>
                <a:cs typeface="Segoe UI"/>
              </a:defRPr>
            </a:lvl4pPr>
            <a:lvl5pPr>
              <a:defRPr sz="2175" b="1">
                <a:solidFill>
                  <a:srgbClr val="102D3B"/>
                </a:solidFill>
                <a:latin typeface="Segoe UI"/>
                <a:ea typeface="Segoe UI"/>
                <a:cs typeface="Segoe UI"/>
              </a:defRPr>
            </a:lvl5pPr>
            <a:lvl6pPr>
              <a:defRPr sz="2175" b="1">
                <a:solidFill>
                  <a:srgbClr val="102D3B"/>
                </a:solidFill>
                <a:latin typeface="Segoe UI"/>
                <a:ea typeface="Segoe UI"/>
                <a:cs typeface="Segoe UI"/>
              </a:defRPr>
            </a:lvl6pPr>
            <a:lvl7pPr>
              <a:defRPr sz="2175" b="1">
                <a:solidFill>
                  <a:srgbClr val="102D3B"/>
                </a:solidFill>
                <a:latin typeface="Segoe UI"/>
                <a:ea typeface="Segoe UI"/>
                <a:cs typeface="Segoe UI"/>
              </a:defRPr>
            </a:lvl7pPr>
            <a:lvl8pPr>
              <a:defRPr sz="2175" b="1">
                <a:solidFill>
                  <a:srgbClr val="102D3B"/>
                </a:solidFill>
                <a:latin typeface="Segoe UI"/>
                <a:ea typeface="Segoe UI"/>
                <a:cs typeface="Segoe UI"/>
              </a:defRPr>
            </a:lvl8pPr>
            <a:lvl9pPr>
              <a:defRPr sz="2175" b="1">
                <a:solidFill>
                  <a:srgbClr val="102D3B"/>
                </a:solidFill>
                <a:latin typeface="Segoe UI"/>
                <a:ea typeface="Segoe UI"/>
                <a:cs typeface="Segoe UI"/>
              </a:defRPr>
            </a:lvl9pPr>
          </a:lstStyle>
          <a:p xmlns:a="http://schemas.openxmlformats.org/drawingml/2006/main">
            <a:pPr>
              <a:defRPr sz="2175" b="1">
                <a:solidFill>
                  <a:srgbClr val="102D3B"/>
                </a:solidFill>
                <a:latin typeface="Segoe UI"/>
                <a:ea typeface="Segoe UI"/>
                <a:cs typeface="Segoe UI"/>
              </a:defRPr>
            </a:pPr>
            <a:r>
              <a:rPr sz="2175" b="1">
                <a:solidFill>
                  <a:srgbClr val="102D3B"/>
                </a:solidFill>
                <a:latin typeface="Segoe UI"/>
                <a:ea typeface="Segoe UI"/>
                <a:cs typeface="Segoe UI"/>
              </a:rPr>
              <a:t>Arama</a:t>
            </a:r>
          </a:p>
        </p:txBody>
      </p:sp>
      <p:sp>
        <p:nvSpPr>
          <p:cNvPr id="10" name="">
            <a:extLst xmlns:a="http://schemas.openxmlformats.org/drawingml/2006/main">
              <a:ext uri="{FF2B5EF4-FFF2-40B4-BE49-F238E27FC236}">
                <a16:creationId xmlns:a16="http://schemas.microsoft.com/office/drawing/2014/main" id="{09FEB8B6-CD63-4D81-811C-5068156D96BF}"/>
              </a:ext>
            </a:extLst>
          </p:cNvPr>
          <p:cNvSpPr>
            <a:spLocks xmlns:a="http://schemas.openxmlformats.org/drawingml/2006/main" noGrp="1"/>
          </p:cNvSpPr>
          <p:nvPr/>
        </p:nvSpPr>
        <p:spPr>
          <a:xfrm xmlns:a="http://schemas.openxmlformats.org/drawingml/2006/main">
            <a:off x="628650" y="3981450"/>
            <a:ext cx="519112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57717A"/>
                </a:solidFill>
                <a:latin typeface="Segoe UI"/>
                <a:ea typeface="Segoe UI"/>
                <a:cs typeface="Segoe UI"/>
              </a:defRPr>
            </a:defPPr>
            <a:lvl1pPr>
              <a:defRPr sz="2025" b="0">
                <a:solidFill>
                  <a:srgbClr val="57717A"/>
                </a:solidFill>
                <a:latin typeface="Segoe UI"/>
                <a:ea typeface="Segoe UI"/>
                <a:cs typeface="Segoe UI"/>
              </a:defRPr>
            </a:lvl1pPr>
            <a:lvl2pPr>
              <a:defRPr sz="2025" b="0">
                <a:solidFill>
                  <a:srgbClr val="57717A"/>
                </a:solidFill>
                <a:latin typeface="Segoe UI"/>
                <a:ea typeface="Segoe UI"/>
                <a:cs typeface="Segoe UI"/>
              </a:defRPr>
            </a:lvl2pPr>
            <a:lvl3pPr>
              <a:defRPr sz="2025" b="0">
                <a:solidFill>
                  <a:srgbClr val="57717A"/>
                </a:solidFill>
                <a:latin typeface="Segoe UI"/>
                <a:ea typeface="Segoe UI"/>
                <a:cs typeface="Segoe UI"/>
              </a:defRPr>
            </a:lvl3pPr>
            <a:lvl4pPr>
              <a:defRPr sz="2025" b="0">
                <a:solidFill>
                  <a:srgbClr val="57717A"/>
                </a:solidFill>
                <a:latin typeface="Segoe UI"/>
                <a:ea typeface="Segoe UI"/>
                <a:cs typeface="Segoe UI"/>
              </a:defRPr>
            </a:lvl4pPr>
            <a:lvl5pPr>
              <a:defRPr sz="2025" b="0">
                <a:solidFill>
                  <a:srgbClr val="57717A"/>
                </a:solidFill>
                <a:latin typeface="Segoe UI"/>
                <a:ea typeface="Segoe UI"/>
                <a:cs typeface="Segoe UI"/>
              </a:defRPr>
            </a:lvl5pPr>
            <a:lvl6pPr>
              <a:defRPr sz="2025" b="0">
                <a:solidFill>
                  <a:srgbClr val="57717A"/>
                </a:solidFill>
                <a:latin typeface="Segoe UI"/>
                <a:ea typeface="Segoe UI"/>
                <a:cs typeface="Segoe UI"/>
              </a:defRPr>
            </a:lvl6pPr>
            <a:lvl7pPr>
              <a:defRPr sz="2025" b="0">
                <a:solidFill>
                  <a:srgbClr val="57717A"/>
                </a:solidFill>
                <a:latin typeface="Segoe UI"/>
                <a:ea typeface="Segoe UI"/>
                <a:cs typeface="Segoe UI"/>
              </a:defRPr>
            </a:lvl7pPr>
            <a:lvl8pPr>
              <a:defRPr sz="2025" b="0">
                <a:solidFill>
                  <a:srgbClr val="57717A"/>
                </a:solidFill>
                <a:latin typeface="Segoe UI"/>
                <a:ea typeface="Segoe UI"/>
                <a:cs typeface="Segoe UI"/>
              </a:defRPr>
            </a:lvl8pPr>
            <a:lvl9pPr>
              <a:defRPr sz="2025" b="0">
                <a:solidFill>
                  <a:srgbClr val="57717A"/>
                </a:solidFill>
                <a:latin typeface="Segoe UI"/>
                <a:ea typeface="Segoe UI"/>
                <a:cs typeface="Segoe UI"/>
              </a:defRPr>
            </a:lvl9pPr>
          </a:lstStyle>
          <a:p xmlns:a="http://schemas.openxmlformats.org/drawingml/2006/main">
            <a:pPr>
              <a:defRPr sz="2025" b="0">
                <a:solidFill>
                  <a:srgbClr val="57717A"/>
                </a:solidFill>
                <a:latin typeface="Segoe UI"/>
                <a:ea typeface="Segoe UI"/>
                <a:cs typeface="Segoe UI"/>
              </a:defRPr>
            </a:pPr>
            <a:r>
              <a:rPr sz="2025" b="0">
                <a:solidFill>
                  <a:srgbClr val="57717A"/>
                </a:solidFill>
                <a:latin typeface="Segoe UI"/>
                <a:ea typeface="Segoe UI"/>
                <a:cs typeface="Segoe UI"/>
              </a:rPr>
              <a:t>GA ile konum, SA-PSO ile</a:t>
            </a:r>
          </a:p>
          <a:p xmlns:a="http://schemas.openxmlformats.org/drawingml/2006/main">
            <a:pPr>
              <a:defRPr sz="2025" b="0">
                <a:solidFill>
                  <a:srgbClr val="57717A"/>
                </a:solidFill>
                <a:latin typeface="Segoe UI"/>
                <a:ea typeface="Segoe UI"/>
                <a:cs typeface="Segoe UI"/>
              </a:defRPr>
            </a:pPr>
            <a:r>
              <a:rPr sz="2025" b="0">
                <a:solidFill>
                  <a:srgbClr val="57717A"/>
                </a:solidFill>
                <a:latin typeface="Segoe UI"/>
                <a:ea typeface="Segoe UI"/>
                <a:cs typeface="Segoe UI"/>
              </a:rPr>
              <a:t>gönderim oranı seçimi.</a:t>
            </a:r>
          </a:p>
        </p:txBody>
      </p:sp>
      <p:sp>
        <p:nvSpPr>
          <p:cNvPr id="11" name="">
            <a:extLst xmlns:a="http://schemas.openxmlformats.org/drawingml/2006/main">
              <a:ext uri="{FF2B5EF4-FFF2-40B4-BE49-F238E27FC236}">
                <a16:creationId xmlns:a16="http://schemas.microsoft.com/office/drawing/2014/main" id="{90678973-3FE9-430F-9E81-EEAFAD93A70D}"/>
              </a:ext>
            </a:extLst>
          </p:cNvPr>
          <p:cNvSpPr>
            <a:spLocks xmlns:a="http://schemas.openxmlformats.org/drawingml/2006/main" noGrp="1"/>
          </p:cNvSpPr>
          <p:nvPr/>
        </p:nvSpPr>
        <p:spPr>
          <a:xfrm xmlns:a="http://schemas.openxmlformats.org/drawingml/2006/main">
            <a:off x="628650" y="4752975"/>
            <a:ext cx="5191125"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02D3B"/>
                </a:solidFill>
                <a:latin typeface="Segoe UI"/>
                <a:ea typeface="Segoe UI"/>
                <a:cs typeface="Segoe UI"/>
              </a:defRPr>
            </a:defPPr>
            <a:lvl1pPr>
              <a:defRPr sz="2175" b="1">
                <a:solidFill>
                  <a:srgbClr val="102D3B"/>
                </a:solidFill>
                <a:latin typeface="Segoe UI"/>
                <a:ea typeface="Segoe UI"/>
                <a:cs typeface="Segoe UI"/>
              </a:defRPr>
            </a:lvl1pPr>
            <a:lvl2pPr>
              <a:defRPr sz="2175" b="1">
                <a:solidFill>
                  <a:srgbClr val="102D3B"/>
                </a:solidFill>
                <a:latin typeface="Segoe UI"/>
                <a:ea typeface="Segoe UI"/>
                <a:cs typeface="Segoe UI"/>
              </a:defRPr>
            </a:lvl2pPr>
            <a:lvl3pPr>
              <a:defRPr sz="2175" b="1">
                <a:solidFill>
                  <a:srgbClr val="102D3B"/>
                </a:solidFill>
                <a:latin typeface="Segoe UI"/>
                <a:ea typeface="Segoe UI"/>
                <a:cs typeface="Segoe UI"/>
              </a:defRPr>
            </a:lvl3pPr>
            <a:lvl4pPr>
              <a:defRPr sz="2175" b="1">
                <a:solidFill>
                  <a:srgbClr val="102D3B"/>
                </a:solidFill>
                <a:latin typeface="Segoe UI"/>
                <a:ea typeface="Segoe UI"/>
                <a:cs typeface="Segoe UI"/>
              </a:defRPr>
            </a:lvl4pPr>
            <a:lvl5pPr>
              <a:defRPr sz="2175" b="1">
                <a:solidFill>
                  <a:srgbClr val="102D3B"/>
                </a:solidFill>
                <a:latin typeface="Segoe UI"/>
                <a:ea typeface="Segoe UI"/>
                <a:cs typeface="Segoe UI"/>
              </a:defRPr>
            </a:lvl5pPr>
            <a:lvl6pPr>
              <a:defRPr sz="2175" b="1">
                <a:solidFill>
                  <a:srgbClr val="102D3B"/>
                </a:solidFill>
                <a:latin typeface="Segoe UI"/>
                <a:ea typeface="Segoe UI"/>
                <a:cs typeface="Segoe UI"/>
              </a:defRPr>
            </a:lvl6pPr>
            <a:lvl7pPr>
              <a:defRPr sz="2175" b="1">
                <a:solidFill>
                  <a:srgbClr val="102D3B"/>
                </a:solidFill>
                <a:latin typeface="Segoe UI"/>
                <a:ea typeface="Segoe UI"/>
                <a:cs typeface="Segoe UI"/>
              </a:defRPr>
            </a:lvl7pPr>
            <a:lvl8pPr>
              <a:defRPr sz="2175" b="1">
                <a:solidFill>
                  <a:srgbClr val="102D3B"/>
                </a:solidFill>
                <a:latin typeface="Segoe UI"/>
                <a:ea typeface="Segoe UI"/>
                <a:cs typeface="Segoe UI"/>
              </a:defRPr>
            </a:lvl8pPr>
            <a:lvl9pPr>
              <a:defRPr sz="2175" b="1">
                <a:solidFill>
                  <a:srgbClr val="102D3B"/>
                </a:solidFill>
                <a:latin typeface="Segoe UI"/>
                <a:ea typeface="Segoe UI"/>
                <a:cs typeface="Segoe UI"/>
              </a:defRPr>
            </a:lvl9pPr>
          </a:lstStyle>
          <a:p xmlns:a="http://schemas.openxmlformats.org/drawingml/2006/main">
            <a:pPr>
              <a:defRPr sz="2175" b="1">
                <a:solidFill>
                  <a:srgbClr val="102D3B"/>
                </a:solidFill>
                <a:latin typeface="Segoe UI"/>
                <a:ea typeface="Segoe UI"/>
                <a:cs typeface="Segoe UI"/>
              </a:defRPr>
            </a:pPr>
            <a:r>
              <a:rPr sz="2175" b="1">
                <a:solidFill>
                  <a:srgbClr val="102D3B"/>
                </a:solidFill>
                <a:latin typeface="Segoe UI"/>
                <a:ea typeface="Segoe UI"/>
                <a:cs typeface="Segoe UI"/>
              </a:rPr>
              <a:t>Karşılaştırma</a:t>
            </a:r>
          </a:p>
        </p:txBody>
      </p:sp>
      <p:sp>
        <p:nvSpPr>
          <p:cNvPr id="12" name="">
            <a:extLst xmlns:a="http://schemas.openxmlformats.org/drawingml/2006/main">
              <a:ext uri="{FF2B5EF4-FFF2-40B4-BE49-F238E27FC236}">
                <a16:creationId xmlns:a16="http://schemas.microsoft.com/office/drawing/2014/main" id="{8514BC31-8C6E-4D5B-8192-BB2BCF580AE7}"/>
              </a:ext>
            </a:extLst>
          </p:cNvPr>
          <p:cNvSpPr>
            <a:spLocks xmlns:a="http://schemas.openxmlformats.org/drawingml/2006/main" noGrp="1"/>
          </p:cNvSpPr>
          <p:nvPr/>
        </p:nvSpPr>
        <p:spPr>
          <a:xfrm xmlns:a="http://schemas.openxmlformats.org/drawingml/2006/main">
            <a:off x="628650" y="5191125"/>
            <a:ext cx="519112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57717A"/>
                </a:solidFill>
                <a:latin typeface="Segoe UI"/>
                <a:ea typeface="Segoe UI"/>
                <a:cs typeface="Segoe UI"/>
              </a:defRPr>
            </a:defPPr>
            <a:lvl1pPr>
              <a:defRPr sz="2025" b="0">
                <a:solidFill>
                  <a:srgbClr val="57717A"/>
                </a:solidFill>
                <a:latin typeface="Segoe UI"/>
                <a:ea typeface="Segoe UI"/>
                <a:cs typeface="Segoe UI"/>
              </a:defRPr>
            </a:lvl1pPr>
            <a:lvl2pPr>
              <a:defRPr sz="2025" b="0">
                <a:solidFill>
                  <a:srgbClr val="57717A"/>
                </a:solidFill>
                <a:latin typeface="Segoe UI"/>
                <a:ea typeface="Segoe UI"/>
                <a:cs typeface="Segoe UI"/>
              </a:defRPr>
            </a:lvl2pPr>
            <a:lvl3pPr>
              <a:defRPr sz="2025" b="0">
                <a:solidFill>
                  <a:srgbClr val="57717A"/>
                </a:solidFill>
                <a:latin typeface="Segoe UI"/>
                <a:ea typeface="Segoe UI"/>
                <a:cs typeface="Segoe UI"/>
              </a:defRPr>
            </a:lvl3pPr>
            <a:lvl4pPr>
              <a:defRPr sz="2025" b="0">
                <a:solidFill>
                  <a:srgbClr val="57717A"/>
                </a:solidFill>
                <a:latin typeface="Segoe UI"/>
                <a:ea typeface="Segoe UI"/>
                <a:cs typeface="Segoe UI"/>
              </a:defRPr>
            </a:lvl4pPr>
            <a:lvl5pPr>
              <a:defRPr sz="2025" b="0">
                <a:solidFill>
                  <a:srgbClr val="57717A"/>
                </a:solidFill>
                <a:latin typeface="Segoe UI"/>
                <a:ea typeface="Segoe UI"/>
                <a:cs typeface="Segoe UI"/>
              </a:defRPr>
            </a:lvl5pPr>
            <a:lvl6pPr>
              <a:defRPr sz="2025" b="0">
                <a:solidFill>
                  <a:srgbClr val="57717A"/>
                </a:solidFill>
                <a:latin typeface="Segoe UI"/>
                <a:ea typeface="Segoe UI"/>
                <a:cs typeface="Segoe UI"/>
              </a:defRPr>
            </a:lvl6pPr>
            <a:lvl7pPr>
              <a:defRPr sz="2025" b="0">
                <a:solidFill>
                  <a:srgbClr val="57717A"/>
                </a:solidFill>
                <a:latin typeface="Segoe UI"/>
                <a:ea typeface="Segoe UI"/>
                <a:cs typeface="Segoe UI"/>
              </a:defRPr>
            </a:lvl7pPr>
            <a:lvl8pPr>
              <a:defRPr sz="2025" b="0">
                <a:solidFill>
                  <a:srgbClr val="57717A"/>
                </a:solidFill>
                <a:latin typeface="Segoe UI"/>
                <a:ea typeface="Segoe UI"/>
                <a:cs typeface="Segoe UI"/>
              </a:defRPr>
            </a:lvl8pPr>
            <a:lvl9pPr>
              <a:defRPr sz="2025" b="0">
                <a:solidFill>
                  <a:srgbClr val="57717A"/>
                </a:solidFill>
                <a:latin typeface="Segoe UI"/>
                <a:ea typeface="Segoe UI"/>
                <a:cs typeface="Segoe UI"/>
              </a:defRPr>
            </a:lvl9pPr>
          </a:lstStyle>
          <a:p xmlns:a="http://schemas.openxmlformats.org/drawingml/2006/main">
            <a:pPr>
              <a:defRPr sz="2025" b="0">
                <a:solidFill>
                  <a:srgbClr val="57717A"/>
                </a:solidFill>
                <a:latin typeface="Segoe UI"/>
                <a:ea typeface="Segoe UI"/>
                <a:cs typeface="Segoe UI"/>
              </a:defRPr>
            </a:pPr>
            <a:r>
              <a:rPr sz="2025" b="0">
                <a:solidFill>
                  <a:srgbClr val="57717A"/>
                </a:solidFill>
                <a:latin typeface="Segoe UI"/>
                <a:ea typeface="Segoe UI"/>
                <a:cs typeface="Segoe UI"/>
              </a:rPr>
              <a:t>Yerel, tam kenar ve birlikte</a:t>
            </a:r>
          </a:p>
          <a:p xmlns:a="http://schemas.openxmlformats.org/drawingml/2006/main">
            <a:pPr>
              <a:defRPr sz="2025" b="0">
                <a:solidFill>
                  <a:srgbClr val="57717A"/>
                </a:solidFill>
                <a:latin typeface="Segoe UI"/>
                <a:ea typeface="Segoe UI"/>
                <a:cs typeface="Segoe UI"/>
              </a:defRPr>
            </a:pPr>
            <a:r>
              <a:rPr sz="2025" b="0">
                <a:solidFill>
                  <a:srgbClr val="57717A"/>
                </a:solidFill>
                <a:latin typeface="Segoe UI"/>
                <a:ea typeface="Segoe UI"/>
                <a:cs typeface="Segoe UI"/>
              </a:rPr>
              <a:t>kullanım deneyleri.</a:t>
            </a:r>
          </a:p>
        </p:txBody>
      </p:sp>
      <p:sp>
        <p:nvSpPr>
          <p:cNvPr id="13" name="">
            <a:extLst xmlns:a="http://schemas.openxmlformats.org/drawingml/2006/main">
              <a:ext uri="{FF2B5EF4-FFF2-40B4-BE49-F238E27FC236}">
                <a16:creationId xmlns:a16="http://schemas.microsoft.com/office/drawing/2014/main" id="{00D5D38B-E1BE-43A7-B923-E831956237D0}"/>
              </a:ext>
            </a:extLst>
          </p:cNvPr>
          <p:cNvSpPr>
            <a:spLocks xmlns:a="http://schemas.openxmlformats.org/drawingml/2006/main" noGrp="1"/>
          </p:cNvSpPr>
          <p:nvPr/>
        </p:nvSpPr>
        <p:spPr>
          <a:xfrm xmlns:a="http://schemas.openxmlformats.org/drawingml/2006/main">
            <a:off x="6457950" y="2333625"/>
            <a:ext cx="5191125"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02D3B"/>
                </a:solidFill>
                <a:latin typeface="Segoe UI"/>
                <a:ea typeface="Segoe UI"/>
                <a:cs typeface="Segoe UI"/>
              </a:defRPr>
            </a:defPPr>
            <a:lvl1pPr>
              <a:defRPr sz="2175" b="1">
                <a:solidFill>
                  <a:srgbClr val="102D3B"/>
                </a:solidFill>
                <a:latin typeface="Segoe UI"/>
                <a:ea typeface="Segoe UI"/>
                <a:cs typeface="Segoe UI"/>
              </a:defRPr>
            </a:lvl1pPr>
            <a:lvl2pPr>
              <a:defRPr sz="2175" b="1">
                <a:solidFill>
                  <a:srgbClr val="102D3B"/>
                </a:solidFill>
                <a:latin typeface="Segoe UI"/>
                <a:ea typeface="Segoe UI"/>
                <a:cs typeface="Segoe UI"/>
              </a:defRPr>
            </a:lvl2pPr>
            <a:lvl3pPr>
              <a:defRPr sz="2175" b="1">
                <a:solidFill>
                  <a:srgbClr val="102D3B"/>
                </a:solidFill>
                <a:latin typeface="Segoe UI"/>
                <a:ea typeface="Segoe UI"/>
                <a:cs typeface="Segoe UI"/>
              </a:defRPr>
            </a:lvl3pPr>
            <a:lvl4pPr>
              <a:defRPr sz="2175" b="1">
                <a:solidFill>
                  <a:srgbClr val="102D3B"/>
                </a:solidFill>
                <a:latin typeface="Segoe UI"/>
                <a:ea typeface="Segoe UI"/>
                <a:cs typeface="Segoe UI"/>
              </a:defRPr>
            </a:lvl4pPr>
            <a:lvl5pPr>
              <a:defRPr sz="2175" b="1">
                <a:solidFill>
                  <a:srgbClr val="102D3B"/>
                </a:solidFill>
                <a:latin typeface="Segoe UI"/>
                <a:ea typeface="Segoe UI"/>
                <a:cs typeface="Segoe UI"/>
              </a:defRPr>
            </a:lvl5pPr>
            <a:lvl6pPr>
              <a:defRPr sz="2175" b="1">
                <a:solidFill>
                  <a:srgbClr val="102D3B"/>
                </a:solidFill>
                <a:latin typeface="Segoe UI"/>
                <a:ea typeface="Segoe UI"/>
                <a:cs typeface="Segoe UI"/>
              </a:defRPr>
            </a:lvl6pPr>
            <a:lvl7pPr>
              <a:defRPr sz="2175" b="1">
                <a:solidFill>
                  <a:srgbClr val="102D3B"/>
                </a:solidFill>
                <a:latin typeface="Segoe UI"/>
                <a:ea typeface="Segoe UI"/>
                <a:cs typeface="Segoe UI"/>
              </a:defRPr>
            </a:lvl7pPr>
            <a:lvl8pPr>
              <a:defRPr sz="2175" b="1">
                <a:solidFill>
                  <a:srgbClr val="102D3B"/>
                </a:solidFill>
                <a:latin typeface="Segoe UI"/>
                <a:ea typeface="Segoe UI"/>
                <a:cs typeface="Segoe UI"/>
              </a:defRPr>
            </a:lvl8pPr>
            <a:lvl9pPr>
              <a:defRPr sz="2175" b="1">
                <a:solidFill>
                  <a:srgbClr val="102D3B"/>
                </a:solidFill>
                <a:latin typeface="Segoe UI"/>
                <a:ea typeface="Segoe UI"/>
                <a:cs typeface="Segoe UI"/>
              </a:defRPr>
            </a:lvl9pPr>
          </a:lstStyle>
          <a:p xmlns:a="http://schemas.openxmlformats.org/drawingml/2006/main">
            <a:pPr>
              <a:defRPr sz="2175" b="1">
                <a:solidFill>
                  <a:srgbClr val="102D3B"/>
                </a:solidFill>
                <a:latin typeface="Segoe UI"/>
                <a:ea typeface="Segoe UI"/>
                <a:cs typeface="Segoe UI"/>
              </a:defRPr>
            </a:pPr>
            <a:r>
              <a:rPr sz="2175" b="1">
                <a:solidFill>
                  <a:srgbClr val="102D3B"/>
                </a:solidFill>
                <a:latin typeface="Segoe UI"/>
                <a:ea typeface="Segoe UI"/>
                <a:cs typeface="Segoe UI"/>
              </a:rPr>
              <a:t>Veri</a:t>
            </a:r>
          </a:p>
        </p:txBody>
      </p:sp>
      <p:sp>
        <p:nvSpPr>
          <p:cNvPr id="14" name="">
            <a:extLst xmlns:a="http://schemas.openxmlformats.org/drawingml/2006/main">
              <a:ext uri="{FF2B5EF4-FFF2-40B4-BE49-F238E27FC236}">
                <a16:creationId xmlns:a16="http://schemas.microsoft.com/office/drawing/2014/main" id="{E58C3DB6-FEED-495C-B4E5-8A681BA7F5F5}"/>
              </a:ext>
            </a:extLst>
          </p:cNvPr>
          <p:cNvSpPr>
            <a:spLocks xmlns:a="http://schemas.openxmlformats.org/drawingml/2006/main" noGrp="1"/>
          </p:cNvSpPr>
          <p:nvPr/>
        </p:nvSpPr>
        <p:spPr>
          <a:xfrm xmlns:a="http://schemas.openxmlformats.org/drawingml/2006/main">
            <a:off x="6457950" y="2771775"/>
            <a:ext cx="519112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57717A"/>
                </a:solidFill>
                <a:latin typeface="Segoe UI"/>
                <a:ea typeface="Segoe UI"/>
                <a:cs typeface="Segoe UI"/>
              </a:defRPr>
            </a:defPPr>
            <a:lvl1pPr>
              <a:defRPr sz="2025" b="0">
                <a:solidFill>
                  <a:srgbClr val="57717A"/>
                </a:solidFill>
                <a:latin typeface="Segoe UI"/>
                <a:ea typeface="Segoe UI"/>
                <a:cs typeface="Segoe UI"/>
              </a:defRPr>
            </a:lvl1pPr>
            <a:lvl2pPr>
              <a:defRPr sz="2025" b="0">
                <a:solidFill>
                  <a:srgbClr val="57717A"/>
                </a:solidFill>
                <a:latin typeface="Segoe UI"/>
                <a:ea typeface="Segoe UI"/>
                <a:cs typeface="Segoe UI"/>
              </a:defRPr>
            </a:lvl2pPr>
            <a:lvl3pPr>
              <a:defRPr sz="2025" b="0">
                <a:solidFill>
                  <a:srgbClr val="57717A"/>
                </a:solidFill>
                <a:latin typeface="Segoe UI"/>
                <a:ea typeface="Segoe UI"/>
                <a:cs typeface="Segoe UI"/>
              </a:defRPr>
            </a:lvl3pPr>
            <a:lvl4pPr>
              <a:defRPr sz="2025" b="0">
                <a:solidFill>
                  <a:srgbClr val="57717A"/>
                </a:solidFill>
                <a:latin typeface="Segoe UI"/>
                <a:ea typeface="Segoe UI"/>
                <a:cs typeface="Segoe UI"/>
              </a:defRPr>
            </a:lvl4pPr>
            <a:lvl5pPr>
              <a:defRPr sz="2025" b="0">
                <a:solidFill>
                  <a:srgbClr val="57717A"/>
                </a:solidFill>
                <a:latin typeface="Segoe UI"/>
                <a:ea typeface="Segoe UI"/>
                <a:cs typeface="Segoe UI"/>
              </a:defRPr>
            </a:lvl5pPr>
            <a:lvl6pPr>
              <a:defRPr sz="2025" b="0">
                <a:solidFill>
                  <a:srgbClr val="57717A"/>
                </a:solidFill>
                <a:latin typeface="Segoe UI"/>
                <a:ea typeface="Segoe UI"/>
                <a:cs typeface="Segoe UI"/>
              </a:defRPr>
            </a:lvl6pPr>
            <a:lvl7pPr>
              <a:defRPr sz="2025" b="0">
                <a:solidFill>
                  <a:srgbClr val="57717A"/>
                </a:solidFill>
                <a:latin typeface="Segoe UI"/>
                <a:ea typeface="Segoe UI"/>
                <a:cs typeface="Segoe UI"/>
              </a:defRPr>
            </a:lvl7pPr>
            <a:lvl8pPr>
              <a:defRPr sz="2025" b="0">
                <a:solidFill>
                  <a:srgbClr val="57717A"/>
                </a:solidFill>
                <a:latin typeface="Segoe UI"/>
                <a:ea typeface="Segoe UI"/>
                <a:cs typeface="Segoe UI"/>
              </a:defRPr>
            </a:lvl8pPr>
            <a:lvl9pPr>
              <a:defRPr sz="2025" b="0">
                <a:solidFill>
                  <a:srgbClr val="57717A"/>
                </a:solidFill>
                <a:latin typeface="Segoe UI"/>
                <a:ea typeface="Segoe UI"/>
                <a:cs typeface="Segoe UI"/>
              </a:defRPr>
            </a:lvl9pPr>
          </a:lstStyle>
          <a:p xmlns:a="http://schemas.openxmlformats.org/drawingml/2006/main">
            <a:pPr>
              <a:defRPr sz="2025" b="0">
                <a:solidFill>
                  <a:srgbClr val="57717A"/>
                </a:solidFill>
                <a:latin typeface="Segoe UI"/>
                <a:ea typeface="Segoe UI"/>
                <a:cs typeface="Segoe UI"/>
              </a:defRPr>
            </a:pPr>
            <a:r>
              <a:rPr sz="2025" b="0">
                <a:solidFill>
                  <a:srgbClr val="57717A"/>
                </a:solidFill>
                <a:latin typeface="Segoe UI"/>
                <a:ea typeface="Segoe UI"/>
                <a:cs typeface="Segoe UI"/>
              </a:rPr>
              <a:t>Özgün girdiler yerine belgeli</a:t>
            </a:r>
          </a:p>
          <a:p xmlns:a="http://schemas.openxmlformats.org/drawingml/2006/main">
            <a:pPr>
              <a:defRPr sz="2025" b="0">
                <a:solidFill>
                  <a:srgbClr val="57717A"/>
                </a:solidFill>
                <a:latin typeface="Segoe UI"/>
                <a:ea typeface="Segoe UI"/>
                <a:cs typeface="Segoe UI"/>
              </a:defRPr>
            </a:pPr>
            <a:r>
              <a:rPr sz="2025" b="0">
                <a:solidFill>
                  <a:srgbClr val="57717A"/>
                </a:solidFill>
                <a:latin typeface="Segoe UI"/>
                <a:ea typeface="Segoe UI"/>
                <a:cs typeface="Segoe UI"/>
              </a:rPr>
              <a:t>sentetik görevler kullanıldı.</a:t>
            </a:r>
          </a:p>
        </p:txBody>
      </p:sp>
      <p:sp>
        <p:nvSpPr>
          <p:cNvPr id="15" name="">
            <a:extLst xmlns:a="http://schemas.openxmlformats.org/drawingml/2006/main">
              <a:ext uri="{FF2B5EF4-FFF2-40B4-BE49-F238E27FC236}">
                <a16:creationId xmlns:a16="http://schemas.microsoft.com/office/drawing/2014/main" id="{340864A9-F814-4ACC-913C-7B1625FE960B}"/>
              </a:ext>
            </a:extLst>
          </p:cNvPr>
          <p:cNvSpPr>
            <a:spLocks xmlns:a="http://schemas.openxmlformats.org/drawingml/2006/main" noGrp="1"/>
          </p:cNvSpPr>
          <p:nvPr/>
        </p:nvSpPr>
        <p:spPr>
          <a:xfrm xmlns:a="http://schemas.openxmlformats.org/drawingml/2006/main">
            <a:off x="6457950" y="3543300"/>
            <a:ext cx="5191125"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02D3B"/>
                </a:solidFill>
                <a:latin typeface="Segoe UI"/>
                <a:ea typeface="Segoe UI"/>
                <a:cs typeface="Segoe UI"/>
              </a:defRPr>
            </a:defPPr>
            <a:lvl1pPr>
              <a:defRPr sz="2175" b="1">
                <a:solidFill>
                  <a:srgbClr val="102D3B"/>
                </a:solidFill>
                <a:latin typeface="Segoe UI"/>
                <a:ea typeface="Segoe UI"/>
                <a:cs typeface="Segoe UI"/>
              </a:defRPr>
            </a:lvl1pPr>
            <a:lvl2pPr>
              <a:defRPr sz="2175" b="1">
                <a:solidFill>
                  <a:srgbClr val="102D3B"/>
                </a:solidFill>
                <a:latin typeface="Segoe UI"/>
                <a:ea typeface="Segoe UI"/>
                <a:cs typeface="Segoe UI"/>
              </a:defRPr>
            </a:lvl2pPr>
            <a:lvl3pPr>
              <a:defRPr sz="2175" b="1">
                <a:solidFill>
                  <a:srgbClr val="102D3B"/>
                </a:solidFill>
                <a:latin typeface="Segoe UI"/>
                <a:ea typeface="Segoe UI"/>
                <a:cs typeface="Segoe UI"/>
              </a:defRPr>
            </a:lvl3pPr>
            <a:lvl4pPr>
              <a:defRPr sz="2175" b="1">
                <a:solidFill>
                  <a:srgbClr val="102D3B"/>
                </a:solidFill>
                <a:latin typeface="Segoe UI"/>
                <a:ea typeface="Segoe UI"/>
                <a:cs typeface="Segoe UI"/>
              </a:defRPr>
            </a:lvl4pPr>
            <a:lvl5pPr>
              <a:defRPr sz="2175" b="1">
                <a:solidFill>
                  <a:srgbClr val="102D3B"/>
                </a:solidFill>
                <a:latin typeface="Segoe UI"/>
                <a:ea typeface="Segoe UI"/>
                <a:cs typeface="Segoe UI"/>
              </a:defRPr>
            </a:lvl5pPr>
            <a:lvl6pPr>
              <a:defRPr sz="2175" b="1">
                <a:solidFill>
                  <a:srgbClr val="102D3B"/>
                </a:solidFill>
                <a:latin typeface="Segoe UI"/>
                <a:ea typeface="Segoe UI"/>
                <a:cs typeface="Segoe UI"/>
              </a:defRPr>
            </a:lvl6pPr>
            <a:lvl7pPr>
              <a:defRPr sz="2175" b="1">
                <a:solidFill>
                  <a:srgbClr val="102D3B"/>
                </a:solidFill>
                <a:latin typeface="Segoe UI"/>
                <a:ea typeface="Segoe UI"/>
                <a:cs typeface="Segoe UI"/>
              </a:defRPr>
            </a:lvl7pPr>
            <a:lvl8pPr>
              <a:defRPr sz="2175" b="1">
                <a:solidFill>
                  <a:srgbClr val="102D3B"/>
                </a:solidFill>
                <a:latin typeface="Segoe UI"/>
                <a:ea typeface="Segoe UI"/>
                <a:cs typeface="Segoe UI"/>
              </a:defRPr>
            </a:lvl8pPr>
            <a:lvl9pPr>
              <a:defRPr sz="2175" b="1">
                <a:solidFill>
                  <a:srgbClr val="102D3B"/>
                </a:solidFill>
                <a:latin typeface="Segoe UI"/>
                <a:ea typeface="Segoe UI"/>
                <a:cs typeface="Segoe UI"/>
              </a:defRPr>
            </a:lvl9pPr>
          </a:lstStyle>
          <a:p xmlns:a="http://schemas.openxmlformats.org/drawingml/2006/main">
            <a:pPr>
              <a:defRPr sz="2175" b="1">
                <a:solidFill>
                  <a:srgbClr val="102D3B"/>
                </a:solidFill>
                <a:latin typeface="Segoe UI"/>
                <a:ea typeface="Segoe UI"/>
                <a:cs typeface="Segoe UI"/>
              </a:defRPr>
            </a:pPr>
            <a:r>
              <a:rPr sz="2175" b="1">
                <a:solidFill>
                  <a:srgbClr val="102D3B"/>
                </a:solidFill>
                <a:latin typeface="Segoe UI"/>
                <a:ea typeface="Segoe UI"/>
                <a:cs typeface="Segoe UI"/>
              </a:rPr>
              <a:t>Deney kapsamı</a:t>
            </a:r>
          </a:p>
        </p:txBody>
      </p:sp>
      <p:sp>
        <p:nvSpPr>
          <p:cNvPr id="16" name="">
            <a:extLst xmlns:a="http://schemas.openxmlformats.org/drawingml/2006/main">
              <a:ext uri="{FF2B5EF4-FFF2-40B4-BE49-F238E27FC236}">
                <a16:creationId xmlns:a16="http://schemas.microsoft.com/office/drawing/2014/main" id="{C0E02DF2-34D3-4821-B1C5-8AD0C5F01575}"/>
              </a:ext>
            </a:extLst>
          </p:cNvPr>
          <p:cNvSpPr>
            <a:spLocks xmlns:a="http://schemas.openxmlformats.org/drawingml/2006/main" noGrp="1"/>
          </p:cNvSpPr>
          <p:nvPr/>
        </p:nvSpPr>
        <p:spPr>
          <a:xfrm xmlns:a="http://schemas.openxmlformats.org/drawingml/2006/main">
            <a:off x="6457950" y="3981450"/>
            <a:ext cx="519112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57717A"/>
                </a:solidFill>
                <a:latin typeface="Segoe UI"/>
                <a:ea typeface="Segoe UI"/>
                <a:cs typeface="Segoe UI"/>
              </a:defRPr>
            </a:defPPr>
            <a:lvl1pPr>
              <a:defRPr sz="2025" b="0">
                <a:solidFill>
                  <a:srgbClr val="57717A"/>
                </a:solidFill>
                <a:latin typeface="Segoe UI"/>
                <a:ea typeface="Segoe UI"/>
                <a:cs typeface="Segoe UI"/>
              </a:defRPr>
            </a:lvl1pPr>
            <a:lvl2pPr>
              <a:defRPr sz="2025" b="0">
                <a:solidFill>
                  <a:srgbClr val="57717A"/>
                </a:solidFill>
                <a:latin typeface="Segoe UI"/>
                <a:ea typeface="Segoe UI"/>
                <a:cs typeface="Segoe UI"/>
              </a:defRPr>
            </a:lvl2pPr>
            <a:lvl3pPr>
              <a:defRPr sz="2025" b="0">
                <a:solidFill>
                  <a:srgbClr val="57717A"/>
                </a:solidFill>
                <a:latin typeface="Segoe UI"/>
                <a:ea typeface="Segoe UI"/>
                <a:cs typeface="Segoe UI"/>
              </a:defRPr>
            </a:lvl3pPr>
            <a:lvl4pPr>
              <a:defRPr sz="2025" b="0">
                <a:solidFill>
                  <a:srgbClr val="57717A"/>
                </a:solidFill>
                <a:latin typeface="Segoe UI"/>
                <a:ea typeface="Segoe UI"/>
                <a:cs typeface="Segoe UI"/>
              </a:defRPr>
            </a:lvl4pPr>
            <a:lvl5pPr>
              <a:defRPr sz="2025" b="0">
                <a:solidFill>
                  <a:srgbClr val="57717A"/>
                </a:solidFill>
                <a:latin typeface="Segoe UI"/>
                <a:ea typeface="Segoe UI"/>
                <a:cs typeface="Segoe UI"/>
              </a:defRPr>
            </a:lvl5pPr>
            <a:lvl6pPr>
              <a:defRPr sz="2025" b="0">
                <a:solidFill>
                  <a:srgbClr val="57717A"/>
                </a:solidFill>
                <a:latin typeface="Segoe UI"/>
                <a:ea typeface="Segoe UI"/>
                <a:cs typeface="Segoe UI"/>
              </a:defRPr>
            </a:lvl6pPr>
            <a:lvl7pPr>
              <a:defRPr sz="2025" b="0">
                <a:solidFill>
                  <a:srgbClr val="57717A"/>
                </a:solidFill>
                <a:latin typeface="Segoe UI"/>
                <a:ea typeface="Segoe UI"/>
                <a:cs typeface="Segoe UI"/>
              </a:defRPr>
            </a:lvl7pPr>
            <a:lvl8pPr>
              <a:defRPr sz="2025" b="0">
                <a:solidFill>
                  <a:srgbClr val="57717A"/>
                </a:solidFill>
                <a:latin typeface="Segoe UI"/>
                <a:ea typeface="Segoe UI"/>
                <a:cs typeface="Segoe UI"/>
              </a:defRPr>
            </a:lvl8pPr>
            <a:lvl9pPr>
              <a:defRPr sz="2025" b="0">
                <a:solidFill>
                  <a:srgbClr val="57717A"/>
                </a:solidFill>
                <a:latin typeface="Segoe UI"/>
                <a:ea typeface="Segoe UI"/>
                <a:cs typeface="Segoe UI"/>
              </a:defRPr>
            </a:lvl9pPr>
          </a:lstStyle>
          <a:p xmlns:a="http://schemas.openxmlformats.org/drawingml/2006/main">
            <a:pPr>
              <a:defRPr sz="2025" b="0">
                <a:solidFill>
                  <a:srgbClr val="57717A"/>
                </a:solidFill>
                <a:latin typeface="Segoe UI"/>
                <a:ea typeface="Segoe UI"/>
                <a:cs typeface="Segoe UI"/>
              </a:defRPr>
            </a:pPr>
            <a:r>
              <a:rPr sz="2025" b="0">
                <a:solidFill>
                  <a:srgbClr val="57717A"/>
                </a:solidFill>
                <a:latin typeface="Segoe UI"/>
                <a:ea typeface="Segoe UI"/>
                <a:cs typeface="Segoe UI"/>
              </a:rPr>
              <a:t>Makaledeki bütün rakip algoritmalar</a:t>
            </a:r>
          </a:p>
          <a:p xmlns:a="http://schemas.openxmlformats.org/drawingml/2006/main">
            <a:pPr>
              <a:defRPr sz="2025" b="0">
                <a:solidFill>
                  <a:srgbClr val="57717A"/>
                </a:solidFill>
                <a:latin typeface="Segoe UI"/>
                <a:ea typeface="Segoe UI"/>
                <a:cs typeface="Segoe UI"/>
              </a:defRPr>
            </a:pPr>
            <a:r>
              <a:rPr sz="2025" b="0">
                <a:solidFill>
                  <a:srgbClr val="57717A"/>
                </a:solidFill>
                <a:latin typeface="Segoe UI"/>
                <a:ea typeface="Segoe UI"/>
                <a:cs typeface="Segoe UI"/>
              </a:rPr>
              <a:t>ve bütün deneyler tekrarlanmadı.</a:t>
            </a:r>
          </a:p>
        </p:txBody>
      </p:sp>
      <p:sp>
        <p:nvSpPr>
          <p:cNvPr id="17" name="">
            <a:extLst xmlns:a="http://schemas.openxmlformats.org/drawingml/2006/main">
              <a:ext uri="{FF2B5EF4-FFF2-40B4-BE49-F238E27FC236}">
                <a16:creationId xmlns:a16="http://schemas.microsoft.com/office/drawing/2014/main" id="{3B53D390-640F-4584-8A88-350417DF2FDB}"/>
              </a:ext>
            </a:extLst>
          </p:cNvPr>
          <p:cNvSpPr>
            <a:spLocks xmlns:a="http://schemas.openxmlformats.org/drawingml/2006/main" noGrp="1"/>
          </p:cNvSpPr>
          <p:nvPr/>
        </p:nvSpPr>
        <p:spPr>
          <a:xfrm xmlns:a="http://schemas.openxmlformats.org/drawingml/2006/main">
            <a:off x="6457950" y="4752975"/>
            <a:ext cx="5191125"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02D3B"/>
                </a:solidFill>
                <a:latin typeface="Segoe UI"/>
                <a:ea typeface="Segoe UI"/>
                <a:cs typeface="Segoe UI"/>
              </a:defRPr>
            </a:defPPr>
            <a:lvl1pPr>
              <a:defRPr sz="2175" b="1">
                <a:solidFill>
                  <a:srgbClr val="102D3B"/>
                </a:solidFill>
                <a:latin typeface="Segoe UI"/>
                <a:ea typeface="Segoe UI"/>
                <a:cs typeface="Segoe UI"/>
              </a:defRPr>
            </a:lvl1pPr>
            <a:lvl2pPr>
              <a:defRPr sz="2175" b="1">
                <a:solidFill>
                  <a:srgbClr val="102D3B"/>
                </a:solidFill>
                <a:latin typeface="Segoe UI"/>
                <a:ea typeface="Segoe UI"/>
                <a:cs typeface="Segoe UI"/>
              </a:defRPr>
            </a:lvl2pPr>
            <a:lvl3pPr>
              <a:defRPr sz="2175" b="1">
                <a:solidFill>
                  <a:srgbClr val="102D3B"/>
                </a:solidFill>
                <a:latin typeface="Segoe UI"/>
                <a:ea typeface="Segoe UI"/>
                <a:cs typeface="Segoe UI"/>
              </a:defRPr>
            </a:lvl3pPr>
            <a:lvl4pPr>
              <a:defRPr sz="2175" b="1">
                <a:solidFill>
                  <a:srgbClr val="102D3B"/>
                </a:solidFill>
                <a:latin typeface="Segoe UI"/>
                <a:ea typeface="Segoe UI"/>
                <a:cs typeface="Segoe UI"/>
              </a:defRPr>
            </a:lvl4pPr>
            <a:lvl5pPr>
              <a:defRPr sz="2175" b="1">
                <a:solidFill>
                  <a:srgbClr val="102D3B"/>
                </a:solidFill>
                <a:latin typeface="Segoe UI"/>
                <a:ea typeface="Segoe UI"/>
                <a:cs typeface="Segoe UI"/>
              </a:defRPr>
            </a:lvl5pPr>
            <a:lvl6pPr>
              <a:defRPr sz="2175" b="1">
                <a:solidFill>
                  <a:srgbClr val="102D3B"/>
                </a:solidFill>
                <a:latin typeface="Segoe UI"/>
                <a:ea typeface="Segoe UI"/>
                <a:cs typeface="Segoe UI"/>
              </a:defRPr>
            </a:lvl6pPr>
            <a:lvl7pPr>
              <a:defRPr sz="2175" b="1">
                <a:solidFill>
                  <a:srgbClr val="102D3B"/>
                </a:solidFill>
                <a:latin typeface="Segoe UI"/>
                <a:ea typeface="Segoe UI"/>
                <a:cs typeface="Segoe UI"/>
              </a:defRPr>
            </a:lvl7pPr>
            <a:lvl8pPr>
              <a:defRPr sz="2175" b="1">
                <a:solidFill>
                  <a:srgbClr val="102D3B"/>
                </a:solidFill>
                <a:latin typeface="Segoe UI"/>
                <a:ea typeface="Segoe UI"/>
                <a:cs typeface="Segoe UI"/>
              </a:defRPr>
            </a:lvl8pPr>
            <a:lvl9pPr>
              <a:defRPr sz="2175" b="1">
                <a:solidFill>
                  <a:srgbClr val="102D3B"/>
                </a:solidFill>
                <a:latin typeface="Segoe UI"/>
                <a:ea typeface="Segoe UI"/>
                <a:cs typeface="Segoe UI"/>
              </a:defRPr>
            </a:lvl9pPr>
          </a:lstStyle>
          <a:p xmlns:a="http://schemas.openxmlformats.org/drawingml/2006/main">
            <a:pPr>
              <a:defRPr sz="2175" b="1">
                <a:solidFill>
                  <a:srgbClr val="102D3B"/>
                </a:solidFill>
                <a:latin typeface="Segoe UI"/>
                <a:ea typeface="Segoe UI"/>
                <a:cs typeface="Segoe UI"/>
              </a:defRPr>
            </a:pPr>
            <a:r>
              <a:rPr sz="2175" b="1">
                <a:solidFill>
                  <a:srgbClr val="102D3B"/>
                </a:solidFill>
                <a:latin typeface="Segoe UI"/>
                <a:ea typeface="Segoe UI"/>
                <a:cs typeface="Segoe UI"/>
              </a:rPr>
              <a:t>Normalizasyon</a:t>
            </a:r>
          </a:p>
        </p:txBody>
      </p:sp>
      <p:sp>
        <p:nvSpPr>
          <p:cNvPr id="18" name="">
            <a:extLst xmlns:a="http://schemas.openxmlformats.org/drawingml/2006/main">
              <a:ext uri="{FF2B5EF4-FFF2-40B4-BE49-F238E27FC236}">
                <a16:creationId xmlns:a16="http://schemas.microsoft.com/office/drawing/2014/main" id="{C83CCF0A-1889-43BB-B8B7-5E8A183EAD5A}"/>
              </a:ext>
            </a:extLst>
          </p:cNvPr>
          <p:cNvSpPr>
            <a:spLocks xmlns:a="http://schemas.openxmlformats.org/drawingml/2006/main" noGrp="1"/>
          </p:cNvSpPr>
          <p:nvPr/>
        </p:nvSpPr>
        <p:spPr>
          <a:xfrm xmlns:a="http://schemas.openxmlformats.org/drawingml/2006/main">
            <a:off x="6457950" y="5191125"/>
            <a:ext cx="519112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57717A"/>
                </a:solidFill>
                <a:latin typeface="Segoe UI"/>
                <a:ea typeface="Segoe UI"/>
                <a:cs typeface="Segoe UI"/>
              </a:defRPr>
            </a:defPPr>
            <a:lvl1pPr>
              <a:defRPr sz="2025" b="0">
                <a:solidFill>
                  <a:srgbClr val="57717A"/>
                </a:solidFill>
                <a:latin typeface="Segoe UI"/>
                <a:ea typeface="Segoe UI"/>
                <a:cs typeface="Segoe UI"/>
              </a:defRPr>
            </a:lvl1pPr>
            <a:lvl2pPr>
              <a:defRPr sz="2025" b="0">
                <a:solidFill>
                  <a:srgbClr val="57717A"/>
                </a:solidFill>
                <a:latin typeface="Segoe UI"/>
                <a:ea typeface="Segoe UI"/>
                <a:cs typeface="Segoe UI"/>
              </a:defRPr>
            </a:lvl2pPr>
            <a:lvl3pPr>
              <a:defRPr sz="2025" b="0">
                <a:solidFill>
                  <a:srgbClr val="57717A"/>
                </a:solidFill>
                <a:latin typeface="Segoe UI"/>
                <a:ea typeface="Segoe UI"/>
                <a:cs typeface="Segoe UI"/>
              </a:defRPr>
            </a:lvl3pPr>
            <a:lvl4pPr>
              <a:defRPr sz="2025" b="0">
                <a:solidFill>
                  <a:srgbClr val="57717A"/>
                </a:solidFill>
                <a:latin typeface="Segoe UI"/>
                <a:ea typeface="Segoe UI"/>
                <a:cs typeface="Segoe UI"/>
              </a:defRPr>
            </a:lvl4pPr>
            <a:lvl5pPr>
              <a:defRPr sz="2025" b="0">
                <a:solidFill>
                  <a:srgbClr val="57717A"/>
                </a:solidFill>
                <a:latin typeface="Segoe UI"/>
                <a:ea typeface="Segoe UI"/>
                <a:cs typeface="Segoe UI"/>
              </a:defRPr>
            </a:lvl5pPr>
            <a:lvl6pPr>
              <a:defRPr sz="2025" b="0">
                <a:solidFill>
                  <a:srgbClr val="57717A"/>
                </a:solidFill>
                <a:latin typeface="Segoe UI"/>
                <a:ea typeface="Segoe UI"/>
                <a:cs typeface="Segoe UI"/>
              </a:defRPr>
            </a:lvl6pPr>
            <a:lvl7pPr>
              <a:defRPr sz="2025" b="0">
                <a:solidFill>
                  <a:srgbClr val="57717A"/>
                </a:solidFill>
                <a:latin typeface="Segoe UI"/>
                <a:ea typeface="Segoe UI"/>
                <a:cs typeface="Segoe UI"/>
              </a:defRPr>
            </a:lvl7pPr>
            <a:lvl8pPr>
              <a:defRPr sz="2025" b="0">
                <a:solidFill>
                  <a:srgbClr val="57717A"/>
                </a:solidFill>
                <a:latin typeface="Segoe UI"/>
                <a:ea typeface="Segoe UI"/>
                <a:cs typeface="Segoe UI"/>
              </a:defRPr>
            </a:lvl8pPr>
            <a:lvl9pPr>
              <a:defRPr sz="2025" b="0">
                <a:solidFill>
                  <a:srgbClr val="57717A"/>
                </a:solidFill>
                <a:latin typeface="Segoe UI"/>
                <a:ea typeface="Segoe UI"/>
                <a:cs typeface="Segoe UI"/>
              </a:defRPr>
            </a:lvl9pPr>
          </a:lstStyle>
          <a:p xmlns:a="http://schemas.openxmlformats.org/drawingml/2006/main">
            <a:pPr>
              <a:defRPr sz="2025" b="0">
                <a:solidFill>
                  <a:srgbClr val="57717A"/>
                </a:solidFill>
                <a:latin typeface="Segoe UI"/>
                <a:ea typeface="Segoe UI"/>
                <a:cs typeface="Segoe UI"/>
              </a:defRPr>
            </a:pPr>
            <a:r>
              <a:rPr sz="2025" b="0">
                <a:solidFill>
                  <a:srgbClr val="57717A"/>
                </a:solidFill>
                <a:latin typeface="Segoe UI"/>
                <a:ea typeface="Segoe UI"/>
                <a:cs typeface="Segoe UI"/>
              </a:rPr>
              <a:t>Eşit ağırlık ve pozitif toplam riskte,</a:t>
            </a:r>
          </a:p>
          <a:p xmlns:a="http://schemas.openxmlformats.org/drawingml/2006/main">
            <a:pPr>
              <a:defRPr sz="2025" b="0">
                <a:solidFill>
                  <a:srgbClr val="57717A"/>
                </a:solidFill>
                <a:latin typeface="Segoe UI"/>
                <a:ea typeface="Segoe UI"/>
                <a:cs typeface="Segoe UI"/>
              </a:defRPr>
            </a:pPr>
            <a:r>
              <a:rPr sz="2025" b="0">
                <a:solidFill>
                  <a:srgbClr val="57717A"/>
                </a:solidFill>
                <a:latin typeface="Segoe UI"/>
                <a:ea typeface="Segoe UI"/>
                <a:cs typeface="Segoe UI"/>
              </a:rPr>
              <a:t>bizim ölçeklerimizle tam kenar</a:t>
            </a:r>
          </a:p>
          <a:p xmlns:a="http://schemas.openxmlformats.org/drawingml/2006/main">
            <a:pPr>
              <a:defRPr sz="2025" b="0">
                <a:solidFill>
                  <a:srgbClr val="57717A"/>
                </a:solidFill>
                <a:latin typeface="Segoe UI"/>
                <a:ea typeface="Segoe UI"/>
                <a:cs typeface="Segoe UI"/>
              </a:defRPr>
            </a:pPr>
            <a:r>
              <a:rPr sz="2025" b="0">
                <a:solidFill>
                  <a:srgbClr val="57717A"/>
                </a:solidFill>
                <a:latin typeface="Segoe UI"/>
                <a:ea typeface="Segoe UI"/>
                <a:cs typeface="Segoe UI"/>
              </a:rPr>
              <a:t>yerelden daha düşük F alamıyor.</a:t>
            </a:r>
          </a:p>
        </p:txBody>
      </p:sp>
    </p:spTree>
    <p:extLst>
      <p:ext uri="{BB962C8B-B14F-4D97-AF65-F5344CB8AC3E}">
        <p14:creationId xmlns:p14="http://schemas.microsoft.com/office/powerpoint/2010/main" val="1565917631"/>
      </p:ext>
    </p:extLst>
  </p:cSld>
</p:sld>
</file>

<file path=ppt/slides/slide19.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EEA1891A-D277-4712-9389-520A8EADE25A}"/>
              </a:ext>
            </a:extLst>
          </p:cNvPr>
          <p:cNvPicPr>
            <a:picLocks xmlns:a="http://schemas.openxmlformats.org/drawingml/2006/main" noChangeAspect="1"/>
          </p:cNvPicPr>
          <p:nvPr/>
        </p:nvPicPr>
        <p:blipFill>
          <a:blip xmlns:r="http://schemas.openxmlformats.org/officeDocument/2006/relationships" xmlns:a="http://schemas.openxmlformats.org/drawingml/2006/main" r:embed="R970e4d383dce462e"/>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3" name="title">
            <a:extLst xmlns:a="http://schemas.openxmlformats.org/drawingml/2006/main">
              <a:ext uri="{FF2B5EF4-FFF2-40B4-BE49-F238E27FC236}">
                <a16:creationId xmlns:a16="http://schemas.microsoft.com/office/drawing/2014/main" id="{4EA61C37-9B74-45ED-8445-EBBBAF40FF49}"/>
              </a:ext>
            </a:extLst>
          </p:cNvPr>
          <p:cNvSpPr>
            <a:spLocks xmlns:a="http://schemas.openxmlformats.org/drawingml/2006/main" noGrp="1"/>
          </p:cNvSpPr>
          <p:nvPr/>
        </p:nvSpPr>
        <p:spPr>
          <a:xfrm xmlns:a="http://schemas.openxmlformats.org/drawingml/2006/main">
            <a:off x="628650" y="457200"/>
            <a:ext cx="109347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600" b="1">
                <a:solidFill>
                  <a:srgbClr val="102D3B"/>
                </a:solidFill>
                <a:latin typeface="Segoe UI"/>
                <a:ea typeface="Segoe UI"/>
                <a:cs typeface="Segoe UI"/>
              </a:defRPr>
            </a:defPPr>
            <a:lvl1pPr>
              <a:defRPr sz="3600" b="1">
                <a:solidFill>
                  <a:srgbClr val="102D3B"/>
                </a:solidFill>
                <a:latin typeface="Segoe UI"/>
                <a:ea typeface="Segoe UI"/>
                <a:cs typeface="Segoe UI"/>
              </a:defRPr>
            </a:lvl1pPr>
            <a:lvl2pPr>
              <a:defRPr sz="3600" b="1">
                <a:solidFill>
                  <a:srgbClr val="102D3B"/>
                </a:solidFill>
                <a:latin typeface="Segoe UI"/>
                <a:ea typeface="Segoe UI"/>
                <a:cs typeface="Segoe UI"/>
              </a:defRPr>
            </a:lvl2pPr>
            <a:lvl3pPr>
              <a:defRPr sz="3600" b="1">
                <a:solidFill>
                  <a:srgbClr val="102D3B"/>
                </a:solidFill>
                <a:latin typeface="Segoe UI"/>
                <a:ea typeface="Segoe UI"/>
                <a:cs typeface="Segoe UI"/>
              </a:defRPr>
            </a:lvl3pPr>
            <a:lvl4pPr>
              <a:defRPr sz="3600" b="1">
                <a:solidFill>
                  <a:srgbClr val="102D3B"/>
                </a:solidFill>
                <a:latin typeface="Segoe UI"/>
                <a:ea typeface="Segoe UI"/>
                <a:cs typeface="Segoe UI"/>
              </a:defRPr>
            </a:lvl4pPr>
            <a:lvl5pPr>
              <a:defRPr sz="3600" b="1">
                <a:solidFill>
                  <a:srgbClr val="102D3B"/>
                </a:solidFill>
                <a:latin typeface="Segoe UI"/>
                <a:ea typeface="Segoe UI"/>
                <a:cs typeface="Segoe UI"/>
              </a:defRPr>
            </a:lvl5pPr>
            <a:lvl6pPr>
              <a:defRPr sz="3600" b="1">
                <a:solidFill>
                  <a:srgbClr val="102D3B"/>
                </a:solidFill>
                <a:latin typeface="Segoe UI"/>
                <a:ea typeface="Segoe UI"/>
                <a:cs typeface="Segoe UI"/>
              </a:defRPr>
            </a:lvl6pPr>
            <a:lvl7pPr>
              <a:defRPr sz="3600" b="1">
                <a:solidFill>
                  <a:srgbClr val="102D3B"/>
                </a:solidFill>
                <a:latin typeface="Segoe UI"/>
                <a:ea typeface="Segoe UI"/>
                <a:cs typeface="Segoe UI"/>
              </a:defRPr>
            </a:lvl7pPr>
            <a:lvl8pPr>
              <a:defRPr sz="3600" b="1">
                <a:solidFill>
                  <a:srgbClr val="102D3B"/>
                </a:solidFill>
                <a:latin typeface="Segoe UI"/>
                <a:ea typeface="Segoe UI"/>
                <a:cs typeface="Segoe UI"/>
              </a:defRPr>
            </a:lvl8pPr>
            <a:lvl9pPr>
              <a:defRPr sz="3600" b="1">
                <a:solidFill>
                  <a:srgbClr val="102D3B"/>
                </a:solidFill>
                <a:latin typeface="Segoe UI"/>
                <a:ea typeface="Segoe UI"/>
                <a:cs typeface="Segoe UI"/>
              </a:defRPr>
            </a:lvl9pPr>
          </a:lstStyle>
          <a:p xmlns:a="http://schemas.openxmlformats.org/drawingml/2006/main">
            <a:pPr>
              <a:defRPr sz="3600" b="1">
                <a:solidFill>
                  <a:srgbClr val="102D3B"/>
                </a:solidFill>
                <a:latin typeface="Segoe UI"/>
                <a:ea typeface="Segoe UI"/>
                <a:cs typeface="Segoe UI"/>
              </a:defRPr>
            </a:pPr>
            <a:r>
              <a:rPr sz="3600" b="1">
                <a:solidFill>
                  <a:srgbClr val="102D3B"/>
                </a:solidFill>
                <a:latin typeface="Segoe UI"/>
                <a:ea typeface="Segoe UI"/>
                <a:cs typeface="Segoe UI"/>
              </a:rPr>
              <a:t>Sonuçlar neyi gösteriyor?</a:t>
            </a:r>
          </a:p>
        </p:txBody>
      </p:sp>
      <p:sp>
        <p:nvSpPr>
          <p:cNvPr id="4" name="page">
            <a:extLst xmlns:a="http://schemas.openxmlformats.org/drawingml/2006/main">
              <a:ext uri="{FF2B5EF4-FFF2-40B4-BE49-F238E27FC236}">
                <a16:creationId xmlns:a16="http://schemas.microsoft.com/office/drawing/2014/main" id="{166E63A9-D93F-4750-804C-87FB2FC4439D}"/>
              </a:ext>
            </a:extLst>
          </p:cNvPr>
          <p:cNvSpPr>
            <a:spLocks xmlns:a="http://schemas.openxmlformats.org/drawingml/2006/main" noGrp="1"/>
          </p:cNvSpPr>
          <p:nvPr/>
        </p:nvSpPr>
        <p:spPr>
          <a:xfrm xmlns:a="http://schemas.openxmlformats.org/drawingml/2006/main">
            <a:off x="11182350" y="6334125"/>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57717A"/>
                </a:solidFill>
                <a:latin typeface="Segoe UI"/>
                <a:ea typeface="Segoe UI"/>
                <a:cs typeface="Segoe UI"/>
              </a:defRPr>
            </a:defPPr>
            <a:lvl1pPr>
              <a:defRPr sz="1575" b="0">
                <a:solidFill>
                  <a:srgbClr val="57717A"/>
                </a:solidFill>
                <a:latin typeface="Segoe UI"/>
                <a:ea typeface="Segoe UI"/>
                <a:cs typeface="Segoe UI"/>
              </a:defRPr>
            </a:lvl1pPr>
            <a:lvl2pPr>
              <a:defRPr sz="1575" b="0">
                <a:solidFill>
                  <a:srgbClr val="57717A"/>
                </a:solidFill>
                <a:latin typeface="Segoe UI"/>
                <a:ea typeface="Segoe UI"/>
                <a:cs typeface="Segoe UI"/>
              </a:defRPr>
            </a:lvl2pPr>
            <a:lvl3pPr>
              <a:defRPr sz="1575" b="0">
                <a:solidFill>
                  <a:srgbClr val="57717A"/>
                </a:solidFill>
                <a:latin typeface="Segoe UI"/>
                <a:ea typeface="Segoe UI"/>
                <a:cs typeface="Segoe UI"/>
              </a:defRPr>
            </a:lvl3pPr>
            <a:lvl4pPr>
              <a:defRPr sz="1575" b="0">
                <a:solidFill>
                  <a:srgbClr val="57717A"/>
                </a:solidFill>
                <a:latin typeface="Segoe UI"/>
                <a:ea typeface="Segoe UI"/>
                <a:cs typeface="Segoe UI"/>
              </a:defRPr>
            </a:lvl4pPr>
            <a:lvl5pPr>
              <a:defRPr sz="1575" b="0">
                <a:solidFill>
                  <a:srgbClr val="57717A"/>
                </a:solidFill>
                <a:latin typeface="Segoe UI"/>
                <a:ea typeface="Segoe UI"/>
                <a:cs typeface="Segoe UI"/>
              </a:defRPr>
            </a:lvl5pPr>
            <a:lvl6pPr>
              <a:defRPr sz="1575" b="0">
                <a:solidFill>
                  <a:srgbClr val="57717A"/>
                </a:solidFill>
                <a:latin typeface="Segoe UI"/>
                <a:ea typeface="Segoe UI"/>
                <a:cs typeface="Segoe UI"/>
              </a:defRPr>
            </a:lvl6pPr>
            <a:lvl7pPr>
              <a:defRPr sz="1575" b="0">
                <a:solidFill>
                  <a:srgbClr val="57717A"/>
                </a:solidFill>
                <a:latin typeface="Segoe UI"/>
                <a:ea typeface="Segoe UI"/>
                <a:cs typeface="Segoe UI"/>
              </a:defRPr>
            </a:lvl7pPr>
            <a:lvl8pPr>
              <a:defRPr sz="1575" b="0">
                <a:solidFill>
                  <a:srgbClr val="57717A"/>
                </a:solidFill>
                <a:latin typeface="Segoe UI"/>
                <a:ea typeface="Segoe UI"/>
                <a:cs typeface="Segoe UI"/>
              </a:defRPr>
            </a:lvl8pPr>
            <a:lvl9pPr>
              <a:defRPr sz="1575" b="0">
                <a:solidFill>
                  <a:srgbClr val="57717A"/>
                </a:solidFill>
                <a:latin typeface="Segoe UI"/>
                <a:ea typeface="Segoe UI"/>
                <a:cs typeface="Segoe UI"/>
              </a:defRPr>
            </a:lvl9pPr>
          </a:lstStyle>
          <a:p xmlns:a="http://schemas.openxmlformats.org/drawingml/2006/main">
            <a:pPr>
              <a:defRPr sz="1575" b="0">
                <a:solidFill>
                  <a:srgbClr val="57717A"/>
                </a:solidFill>
                <a:latin typeface="Segoe UI"/>
                <a:ea typeface="Segoe UI"/>
                <a:cs typeface="Segoe UI"/>
              </a:defRPr>
            </a:pPr>
            <a:r>
              <a:rPr sz="1575" b="0">
                <a:solidFill>
                  <a:srgbClr val="57717A"/>
                </a:solidFill>
                <a:latin typeface="Segoe UI"/>
                <a:ea typeface="Segoe UI"/>
                <a:cs typeface="Segoe UI"/>
              </a:rPr>
              <a:t>19</a:t>
            </a:r>
          </a:p>
        </p:txBody>
      </p:sp>
      <p:sp>
        <p:nvSpPr>
          <p:cNvPr id="5" name="">
            <a:extLst xmlns:a="http://schemas.openxmlformats.org/drawingml/2006/main">
              <a:ext uri="{FF2B5EF4-FFF2-40B4-BE49-F238E27FC236}">
                <a16:creationId xmlns:a16="http://schemas.microsoft.com/office/drawing/2014/main" id="{A0D5007E-A604-4B72-8ED6-1C50E708F313}"/>
              </a:ext>
            </a:extLst>
          </p:cNvPr>
          <p:cNvSpPr>
            <a:spLocks xmlns:a="http://schemas.openxmlformats.org/drawingml/2006/main" noGrp="1"/>
          </p:cNvSpPr>
          <p:nvPr/>
        </p:nvSpPr>
        <p:spPr>
          <a:xfrm xmlns:a="http://schemas.openxmlformats.org/drawingml/2006/main">
            <a:off x="628650" y="1952625"/>
            <a:ext cx="3524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117B78"/>
                </a:solidFill>
                <a:latin typeface="Segoe UI"/>
                <a:ea typeface="Segoe UI"/>
                <a:cs typeface="Segoe UI"/>
              </a:defRPr>
            </a:defPPr>
            <a:lvl1pPr>
              <a:defRPr sz="2400" b="1">
                <a:solidFill>
                  <a:srgbClr val="117B78"/>
                </a:solidFill>
                <a:latin typeface="Segoe UI"/>
                <a:ea typeface="Segoe UI"/>
                <a:cs typeface="Segoe UI"/>
              </a:defRPr>
            </a:lvl1pPr>
            <a:lvl2pPr>
              <a:defRPr sz="2400" b="1">
                <a:solidFill>
                  <a:srgbClr val="117B78"/>
                </a:solidFill>
                <a:latin typeface="Segoe UI"/>
                <a:ea typeface="Segoe UI"/>
                <a:cs typeface="Segoe UI"/>
              </a:defRPr>
            </a:lvl2pPr>
            <a:lvl3pPr>
              <a:defRPr sz="2400" b="1">
                <a:solidFill>
                  <a:srgbClr val="117B78"/>
                </a:solidFill>
                <a:latin typeface="Segoe UI"/>
                <a:ea typeface="Segoe UI"/>
                <a:cs typeface="Segoe UI"/>
              </a:defRPr>
            </a:lvl3pPr>
            <a:lvl4pPr>
              <a:defRPr sz="2400" b="1">
                <a:solidFill>
                  <a:srgbClr val="117B78"/>
                </a:solidFill>
                <a:latin typeface="Segoe UI"/>
                <a:ea typeface="Segoe UI"/>
                <a:cs typeface="Segoe UI"/>
              </a:defRPr>
            </a:lvl4pPr>
            <a:lvl5pPr>
              <a:defRPr sz="2400" b="1">
                <a:solidFill>
                  <a:srgbClr val="117B78"/>
                </a:solidFill>
                <a:latin typeface="Segoe UI"/>
                <a:ea typeface="Segoe UI"/>
                <a:cs typeface="Segoe UI"/>
              </a:defRPr>
            </a:lvl5pPr>
            <a:lvl6pPr>
              <a:defRPr sz="2400" b="1">
                <a:solidFill>
                  <a:srgbClr val="117B78"/>
                </a:solidFill>
                <a:latin typeface="Segoe UI"/>
                <a:ea typeface="Segoe UI"/>
                <a:cs typeface="Segoe UI"/>
              </a:defRPr>
            </a:lvl6pPr>
            <a:lvl7pPr>
              <a:defRPr sz="2400" b="1">
                <a:solidFill>
                  <a:srgbClr val="117B78"/>
                </a:solidFill>
                <a:latin typeface="Segoe UI"/>
                <a:ea typeface="Segoe UI"/>
                <a:cs typeface="Segoe UI"/>
              </a:defRPr>
            </a:lvl7pPr>
            <a:lvl8pPr>
              <a:defRPr sz="2400" b="1">
                <a:solidFill>
                  <a:srgbClr val="117B78"/>
                </a:solidFill>
                <a:latin typeface="Segoe UI"/>
                <a:ea typeface="Segoe UI"/>
                <a:cs typeface="Segoe UI"/>
              </a:defRPr>
            </a:lvl8pPr>
            <a:lvl9pPr>
              <a:defRPr sz="2400" b="1">
                <a:solidFill>
                  <a:srgbClr val="117B78"/>
                </a:solidFill>
                <a:latin typeface="Segoe UI"/>
                <a:ea typeface="Segoe UI"/>
                <a:cs typeface="Segoe UI"/>
              </a:defRPr>
            </a:lvl9pPr>
          </a:lstStyle>
          <a:p xmlns:a="http://schemas.openxmlformats.org/drawingml/2006/main">
            <a:pPr>
              <a:defRPr sz="2400" b="1">
                <a:solidFill>
                  <a:srgbClr val="117B78"/>
                </a:solidFill>
                <a:latin typeface="Segoe UI"/>
                <a:ea typeface="Segoe UI"/>
                <a:cs typeface="Segoe UI"/>
              </a:defRPr>
            </a:pPr>
            <a:r>
              <a:rPr sz="2400" b="1">
                <a:solidFill>
                  <a:srgbClr val="117B78"/>
                </a:solidFill>
                <a:latin typeface="Segoe UI"/>
                <a:ea typeface="Segoe UI"/>
                <a:cs typeface="Segoe UI"/>
              </a:rPr>
              <a:t>Çalışan hesaplar</a:t>
            </a:r>
          </a:p>
        </p:txBody>
      </p:sp>
      <p:sp>
        <p:nvSpPr>
          <p:cNvPr id="6" name="">
            <a:extLst xmlns:a="http://schemas.openxmlformats.org/drawingml/2006/main">
              <a:ext uri="{FF2B5EF4-FFF2-40B4-BE49-F238E27FC236}">
                <a16:creationId xmlns:a16="http://schemas.microsoft.com/office/drawing/2014/main" id="{C868A8DB-ADC8-4D95-B9F5-9324C9C4F87A}"/>
              </a:ext>
            </a:extLst>
          </p:cNvPr>
          <p:cNvSpPr>
            <a:spLocks xmlns:a="http://schemas.openxmlformats.org/drawingml/2006/main" noGrp="1"/>
          </p:cNvSpPr>
          <p:nvPr/>
        </p:nvSpPr>
        <p:spPr>
          <a:xfrm xmlns:a="http://schemas.openxmlformats.org/drawingml/2006/main">
            <a:off x="4343400" y="1981200"/>
            <a:ext cx="71818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102D3B"/>
                </a:solidFill>
                <a:latin typeface="Segoe UI"/>
                <a:ea typeface="Segoe UI"/>
                <a:cs typeface="Segoe UI"/>
              </a:defRPr>
            </a:defPPr>
            <a:lvl1pPr>
              <a:defRPr sz="2100" b="0">
                <a:solidFill>
                  <a:srgbClr val="102D3B"/>
                </a:solidFill>
                <a:latin typeface="Segoe UI"/>
                <a:ea typeface="Segoe UI"/>
                <a:cs typeface="Segoe UI"/>
              </a:defRPr>
            </a:lvl1pPr>
            <a:lvl2pPr>
              <a:defRPr sz="2100" b="0">
                <a:solidFill>
                  <a:srgbClr val="102D3B"/>
                </a:solidFill>
                <a:latin typeface="Segoe UI"/>
                <a:ea typeface="Segoe UI"/>
                <a:cs typeface="Segoe UI"/>
              </a:defRPr>
            </a:lvl2pPr>
            <a:lvl3pPr>
              <a:defRPr sz="2100" b="0">
                <a:solidFill>
                  <a:srgbClr val="102D3B"/>
                </a:solidFill>
                <a:latin typeface="Segoe UI"/>
                <a:ea typeface="Segoe UI"/>
                <a:cs typeface="Segoe UI"/>
              </a:defRPr>
            </a:lvl3pPr>
            <a:lvl4pPr>
              <a:defRPr sz="2100" b="0">
                <a:solidFill>
                  <a:srgbClr val="102D3B"/>
                </a:solidFill>
                <a:latin typeface="Segoe UI"/>
                <a:ea typeface="Segoe UI"/>
                <a:cs typeface="Segoe UI"/>
              </a:defRPr>
            </a:lvl4pPr>
            <a:lvl5pPr>
              <a:defRPr sz="2100" b="0">
                <a:solidFill>
                  <a:srgbClr val="102D3B"/>
                </a:solidFill>
                <a:latin typeface="Segoe UI"/>
                <a:ea typeface="Segoe UI"/>
                <a:cs typeface="Segoe UI"/>
              </a:defRPr>
            </a:lvl5pPr>
            <a:lvl6pPr>
              <a:defRPr sz="2100" b="0">
                <a:solidFill>
                  <a:srgbClr val="102D3B"/>
                </a:solidFill>
                <a:latin typeface="Segoe UI"/>
                <a:ea typeface="Segoe UI"/>
                <a:cs typeface="Segoe UI"/>
              </a:defRPr>
            </a:lvl6pPr>
            <a:lvl7pPr>
              <a:defRPr sz="2100" b="0">
                <a:solidFill>
                  <a:srgbClr val="102D3B"/>
                </a:solidFill>
                <a:latin typeface="Segoe UI"/>
                <a:ea typeface="Segoe UI"/>
                <a:cs typeface="Segoe UI"/>
              </a:defRPr>
            </a:lvl7pPr>
            <a:lvl8pPr>
              <a:defRPr sz="2100" b="0">
                <a:solidFill>
                  <a:srgbClr val="102D3B"/>
                </a:solidFill>
                <a:latin typeface="Segoe UI"/>
                <a:ea typeface="Segoe UI"/>
                <a:cs typeface="Segoe UI"/>
              </a:defRPr>
            </a:lvl8pPr>
            <a:lvl9pPr>
              <a:defRPr sz="2100" b="0">
                <a:solidFill>
                  <a:srgbClr val="102D3B"/>
                </a:solidFill>
                <a:latin typeface="Segoe UI"/>
                <a:ea typeface="Segoe UI"/>
                <a:cs typeface="Segoe UI"/>
              </a:defRPr>
            </a:lvl9pPr>
          </a:lstStyle>
          <a:p xmlns:a="http://schemas.openxmlformats.org/drawingml/2006/main">
            <a:pPr>
              <a:defRPr sz="2100" b="0">
                <a:solidFill>
                  <a:srgbClr val="102D3B"/>
                </a:solidFill>
                <a:latin typeface="Segoe UI"/>
                <a:ea typeface="Segoe UI"/>
                <a:cs typeface="Segoe UI"/>
              </a:defRPr>
            </a:pPr>
            <a:r>
              <a:rPr sz="2100" b="0">
                <a:solidFill>
                  <a:srgbClr val="102D3B"/>
                </a:solidFill>
                <a:latin typeface="Segoe UI"/>
                <a:ea typeface="Segoe UI"/>
                <a:cs typeface="Segoe UI"/>
              </a:rPr>
              <a:t>Testler ve kayıtlı planlar hesapları destekliyor.</a:t>
            </a:r>
          </a:p>
          <a:p xmlns:a="http://schemas.openxmlformats.org/drawingml/2006/main">
            <a:pPr>
              <a:defRPr sz="2100" b="0">
                <a:solidFill>
                  <a:srgbClr val="102D3B"/>
                </a:solidFill>
                <a:latin typeface="Segoe UI"/>
                <a:ea typeface="Segoe UI"/>
                <a:cs typeface="Segoe UI"/>
              </a:defRPr>
            </a:pPr>
            <a:r>
              <a:rPr sz="2100" b="0">
                <a:solidFill>
                  <a:srgbClr val="102D3B"/>
                </a:solidFill>
                <a:latin typeface="Segoe UI"/>
                <a:ea typeface="Segoe UI"/>
                <a:cs typeface="Segoe UI"/>
              </a:rPr>
              <a:t>Gerçek donanımda performans ölçümü yapılmadı.</a:t>
            </a:r>
          </a:p>
        </p:txBody>
      </p:sp>
      <p:sp>
        <p:nvSpPr>
          <p:cNvPr id="7" name="">
            <a:extLst xmlns:a="http://schemas.openxmlformats.org/drawingml/2006/main">
              <a:ext uri="{FF2B5EF4-FFF2-40B4-BE49-F238E27FC236}">
                <a16:creationId xmlns:a16="http://schemas.microsoft.com/office/drawing/2014/main" id="{7C7B246A-8B1A-4B46-B955-F6EEDF7B9F74}"/>
              </a:ext>
            </a:extLst>
          </p:cNvPr>
          <p:cNvSpPr>
            <a:spLocks xmlns:a="http://schemas.openxmlformats.org/drawingml/2006/main" noGrp="1"/>
          </p:cNvSpPr>
          <p:nvPr/>
        </p:nvSpPr>
        <p:spPr>
          <a:xfrm xmlns:a="http://schemas.openxmlformats.org/drawingml/2006/main">
            <a:off x="628650" y="3305175"/>
            <a:ext cx="3524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117B78"/>
                </a:solidFill>
                <a:latin typeface="Segoe UI"/>
                <a:ea typeface="Segoe UI"/>
                <a:cs typeface="Segoe UI"/>
              </a:defRPr>
            </a:defPPr>
            <a:lvl1pPr>
              <a:defRPr sz="2400" b="1">
                <a:solidFill>
                  <a:srgbClr val="117B78"/>
                </a:solidFill>
                <a:latin typeface="Segoe UI"/>
                <a:ea typeface="Segoe UI"/>
                <a:cs typeface="Segoe UI"/>
              </a:defRPr>
            </a:lvl1pPr>
            <a:lvl2pPr>
              <a:defRPr sz="2400" b="1">
                <a:solidFill>
                  <a:srgbClr val="117B78"/>
                </a:solidFill>
                <a:latin typeface="Segoe UI"/>
                <a:ea typeface="Segoe UI"/>
                <a:cs typeface="Segoe UI"/>
              </a:defRPr>
            </a:lvl2pPr>
            <a:lvl3pPr>
              <a:defRPr sz="2400" b="1">
                <a:solidFill>
                  <a:srgbClr val="117B78"/>
                </a:solidFill>
                <a:latin typeface="Segoe UI"/>
                <a:ea typeface="Segoe UI"/>
                <a:cs typeface="Segoe UI"/>
              </a:defRPr>
            </a:lvl3pPr>
            <a:lvl4pPr>
              <a:defRPr sz="2400" b="1">
                <a:solidFill>
                  <a:srgbClr val="117B78"/>
                </a:solidFill>
                <a:latin typeface="Segoe UI"/>
                <a:ea typeface="Segoe UI"/>
                <a:cs typeface="Segoe UI"/>
              </a:defRPr>
            </a:lvl4pPr>
            <a:lvl5pPr>
              <a:defRPr sz="2400" b="1">
                <a:solidFill>
                  <a:srgbClr val="117B78"/>
                </a:solidFill>
                <a:latin typeface="Segoe UI"/>
                <a:ea typeface="Segoe UI"/>
                <a:cs typeface="Segoe UI"/>
              </a:defRPr>
            </a:lvl5pPr>
            <a:lvl6pPr>
              <a:defRPr sz="2400" b="1">
                <a:solidFill>
                  <a:srgbClr val="117B78"/>
                </a:solidFill>
                <a:latin typeface="Segoe UI"/>
                <a:ea typeface="Segoe UI"/>
                <a:cs typeface="Segoe UI"/>
              </a:defRPr>
            </a:lvl6pPr>
            <a:lvl7pPr>
              <a:defRPr sz="2400" b="1">
                <a:solidFill>
                  <a:srgbClr val="117B78"/>
                </a:solidFill>
                <a:latin typeface="Segoe UI"/>
                <a:ea typeface="Segoe UI"/>
                <a:cs typeface="Segoe UI"/>
              </a:defRPr>
            </a:lvl7pPr>
            <a:lvl8pPr>
              <a:defRPr sz="2400" b="1">
                <a:solidFill>
                  <a:srgbClr val="117B78"/>
                </a:solidFill>
                <a:latin typeface="Segoe UI"/>
                <a:ea typeface="Segoe UI"/>
                <a:cs typeface="Segoe UI"/>
              </a:defRPr>
            </a:lvl8pPr>
            <a:lvl9pPr>
              <a:defRPr sz="2400" b="1">
                <a:solidFill>
                  <a:srgbClr val="117B78"/>
                </a:solidFill>
                <a:latin typeface="Segoe UI"/>
                <a:ea typeface="Segoe UI"/>
                <a:cs typeface="Segoe UI"/>
              </a:defRPr>
            </a:lvl9pPr>
          </a:lstStyle>
          <a:p xmlns:a="http://schemas.openxmlformats.org/drawingml/2006/main">
            <a:pPr>
              <a:defRPr sz="2400" b="1">
                <a:solidFill>
                  <a:srgbClr val="117B78"/>
                </a:solidFill>
                <a:latin typeface="Segoe UI"/>
                <a:ea typeface="Segoe UI"/>
                <a:cs typeface="Segoe UI"/>
              </a:defRPr>
            </a:pPr>
            <a:r>
              <a:rPr sz="2400" b="1">
                <a:solidFill>
                  <a:srgbClr val="117B78"/>
                </a:solidFill>
                <a:latin typeface="Segoe UI"/>
                <a:ea typeface="Segoe UI"/>
                <a:cs typeface="Segoe UI"/>
              </a:rPr>
              <a:t>Model riski</a:t>
            </a:r>
          </a:p>
        </p:txBody>
      </p:sp>
      <p:sp>
        <p:nvSpPr>
          <p:cNvPr id="8" name="">
            <a:extLst xmlns:a="http://schemas.openxmlformats.org/drawingml/2006/main">
              <a:ext uri="{FF2B5EF4-FFF2-40B4-BE49-F238E27FC236}">
                <a16:creationId xmlns:a16="http://schemas.microsoft.com/office/drawing/2014/main" id="{25E81FA1-178B-4F68-B1F4-F11A807B3B27}"/>
              </a:ext>
            </a:extLst>
          </p:cNvPr>
          <p:cNvSpPr>
            <a:spLocks xmlns:a="http://schemas.openxmlformats.org/drawingml/2006/main" noGrp="1"/>
          </p:cNvSpPr>
          <p:nvPr/>
        </p:nvSpPr>
        <p:spPr>
          <a:xfrm xmlns:a="http://schemas.openxmlformats.org/drawingml/2006/main">
            <a:off x="4343400" y="3333750"/>
            <a:ext cx="71818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102D3B"/>
                </a:solidFill>
                <a:latin typeface="Segoe UI"/>
                <a:ea typeface="Segoe UI"/>
                <a:cs typeface="Segoe UI"/>
              </a:defRPr>
            </a:defPPr>
            <a:lvl1pPr>
              <a:defRPr sz="2100" b="0">
                <a:solidFill>
                  <a:srgbClr val="102D3B"/>
                </a:solidFill>
                <a:latin typeface="Segoe UI"/>
                <a:ea typeface="Segoe UI"/>
                <a:cs typeface="Segoe UI"/>
              </a:defRPr>
            </a:lvl1pPr>
            <a:lvl2pPr>
              <a:defRPr sz="2100" b="0">
                <a:solidFill>
                  <a:srgbClr val="102D3B"/>
                </a:solidFill>
                <a:latin typeface="Segoe UI"/>
                <a:ea typeface="Segoe UI"/>
                <a:cs typeface="Segoe UI"/>
              </a:defRPr>
            </a:lvl2pPr>
            <a:lvl3pPr>
              <a:defRPr sz="2100" b="0">
                <a:solidFill>
                  <a:srgbClr val="102D3B"/>
                </a:solidFill>
                <a:latin typeface="Segoe UI"/>
                <a:ea typeface="Segoe UI"/>
                <a:cs typeface="Segoe UI"/>
              </a:defRPr>
            </a:lvl3pPr>
            <a:lvl4pPr>
              <a:defRPr sz="2100" b="0">
                <a:solidFill>
                  <a:srgbClr val="102D3B"/>
                </a:solidFill>
                <a:latin typeface="Segoe UI"/>
                <a:ea typeface="Segoe UI"/>
                <a:cs typeface="Segoe UI"/>
              </a:defRPr>
            </a:lvl4pPr>
            <a:lvl5pPr>
              <a:defRPr sz="2100" b="0">
                <a:solidFill>
                  <a:srgbClr val="102D3B"/>
                </a:solidFill>
                <a:latin typeface="Segoe UI"/>
                <a:ea typeface="Segoe UI"/>
                <a:cs typeface="Segoe UI"/>
              </a:defRPr>
            </a:lvl5pPr>
            <a:lvl6pPr>
              <a:defRPr sz="2100" b="0">
                <a:solidFill>
                  <a:srgbClr val="102D3B"/>
                </a:solidFill>
                <a:latin typeface="Segoe UI"/>
                <a:ea typeface="Segoe UI"/>
                <a:cs typeface="Segoe UI"/>
              </a:defRPr>
            </a:lvl6pPr>
            <a:lvl7pPr>
              <a:defRPr sz="2100" b="0">
                <a:solidFill>
                  <a:srgbClr val="102D3B"/>
                </a:solidFill>
                <a:latin typeface="Segoe UI"/>
                <a:ea typeface="Segoe UI"/>
                <a:cs typeface="Segoe UI"/>
              </a:defRPr>
            </a:lvl7pPr>
            <a:lvl8pPr>
              <a:defRPr sz="2100" b="0">
                <a:solidFill>
                  <a:srgbClr val="102D3B"/>
                </a:solidFill>
                <a:latin typeface="Segoe UI"/>
                <a:ea typeface="Segoe UI"/>
                <a:cs typeface="Segoe UI"/>
              </a:defRPr>
            </a:lvl8pPr>
            <a:lvl9pPr>
              <a:defRPr sz="2100" b="0">
                <a:solidFill>
                  <a:srgbClr val="102D3B"/>
                </a:solidFill>
                <a:latin typeface="Segoe UI"/>
                <a:ea typeface="Segoe UI"/>
                <a:cs typeface="Segoe UI"/>
              </a:defRPr>
            </a:lvl9pPr>
          </a:lstStyle>
          <a:p xmlns:a="http://schemas.openxmlformats.org/drawingml/2006/main">
            <a:pPr>
              <a:defRPr sz="2100" b="0">
                <a:solidFill>
                  <a:srgbClr val="102D3B"/>
                </a:solidFill>
                <a:latin typeface="Segoe UI"/>
                <a:ea typeface="Segoe UI"/>
                <a:cs typeface="Segoe UI"/>
              </a:defRPr>
            </a:pPr>
            <a:r>
              <a:rPr sz="2100" b="0">
                <a:solidFill>
                  <a:srgbClr val="102D3B"/>
                </a:solidFill>
                <a:latin typeface="Segoe UI"/>
                <a:ea typeface="Segoe UI"/>
                <a:cs typeface="Segoe UI"/>
              </a:rPr>
              <a:t>Politikaların risk ve süre tercihini ölçtüm.</a:t>
            </a:r>
          </a:p>
          <a:p xmlns:a="http://schemas.openxmlformats.org/drawingml/2006/main">
            <a:pPr>
              <a:defRPr sz="2100" b="0">
                <a:solidFill>
                  <a:srgbClr val="102D3B"/>
                </a:solidFill>
                <a:latin typeface="Segoe UI"/>
                <a:ea typeface="Segoe UI"/>
                <a:cs typeface="Segoe UI"/>
              </a:defRPr>
            </a:pPr>
            <a:r>
              <a:rPr sz="2100" b="0">
                <a:solidFill>
                  <a:srgbClr val="102D3B"/>
                </a:solidFill>
                <a:latin typeface="Segoe UI"/>
                <a:ea typeface="Segoe UI"/>
                <a:cs typeface="Segoe UI"/>
              </a:rPr>
              <a:t>Gerçek saldırı verileriyle kalibrasyon gerekiyor.</a:t>
            </a:r>
          </a:p>
        </p:txBody>
      </p:sp>
      <p:sp>
        <p:nvSpPr>
          <p:cNvPr id="9" name="">
            <a:extLst xmlns:a="http://schemas.openxmlformats.org/drawingml/2006/main">
              <a:ext uri="{FF2B5EF4-FFF2-40B4-BE49-F238E27FC236}">
                <a16:creationId xmlns:a16="http://schemas.microsoft.com/office/drawing/2014/main" id="{A63FD2C4-2E5D-457B-8693-6517EF1B7090}"/>
              </a:ext>
            </a:extLst>
          </p:cNvPr>
          <p:cNvSpPr>
            <a:spLocks xmlns:a="http://schemas.openxmlformats.org/drawingml/2006/main" noGrp="1"/>
          </p:cNvSpPr>
          <p:nvPr/>
        </p:nvSpPr>
        <p:spPr>
          <a:xfrm xmlns:a="http://schemas.openxmlformats.org/drawingml/2006/main">
            <a:off x="628650" y="4657725"/>
            <a:ext cx="3524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117B78"/>
                </a:solidFill>
                <a:latin typeface="Segoe UI"/>
                <a:ea typeface="Segoe UI"/>
                <a:cs typeface="Segoe UI"/>
              </a:defRPr>
            </a:defPPr>
            <a:lvl1pPr>
              <a:defRPr sz="2400" b="1">
                <a:solidFill>
                  <a:srgbClr val="117B78"/>
                </a:solidFill>
                <a:latin typeface="Segoe UI"/>
                <a:ea typeface="Segoe UI"/>
                <a:cs typeface="Segoe UI"/>
              </a:defRPr>
            </a:lvl1pPr>
            <a:lvl2pPr>
              <a:defRPr sz="2400" b="1">
                <a:solidFill>
                  <a:srgbClr val="117B78"/>
                </a:solidFill>
                <a:latin typeface="Segoe UI"/>
                <a:ea typeface="Segoe UI"/>
                <a:cs typeface="Segoe UI"/>
              </a:defRPr>
            </a:lvl2pPr>
            <a:lvl3pPr>
              <a:defRPr sz="2400" b="1">
                <a:solidFill>
                  <a:srgbClr val="117B78"/>
                </a:solidFill>
                <a:latin typeface="Segoe UI"/>
                <a:ea typeface="Segoe UI"/>
                <a:cs typeface="Segoe UI"/>
              </a:defRPr>
            </a:lvl3pPr>
            <a:lvl4pPr>
              <a:defRPr sz="2400" b="1">
                <a:solidFill>
                  <a:srgbClr val="117B78"/>
                </a:solidFill>
                <a:latin typeface="Segoe UI"/>
                <a:ea typeface="Segoe UI"/>
                <a:cs typeface="Segoe UI"/>
              </a:defRPr>
            </a:lvl4pPr>
            <a:lvl5pPr>
              <a:defRPr sz="2400" b="1">
                <a:solidFill>
                  <a:srgbClr val="117B78"/>
                </a:solidFill>
                <a:latin typeface="Segoe UI"/>
                <a:ea typeface="Segoe UI"/>
                <a:cs typeface="Segoe UI"/>
              </a:defRPr>
            </a:lvl5pPr>
            <a:lvl6pPr>
              <a:defRPr sz="2400" b="1">
                <a:solidFill>
                  <a:srgbClr val="117B78"/>
                </a:solidFill>
                <a:latin typeface="Segoe UI"/>
                <a:ea typeface="Segoe UI"/>
                <a:cs typeface="Segoe UI"/>
              </a:defRPr>
            </a:lvl6pPr>
            <a:lvl7pPr>
              <a:defRPr sz="2400" b="1">
                <a:solidFill>
                  <a:srgbClr val="117B78"/>
                </a:solidFill>
                <a:latin typeface="Segoe UI"/>
                <a:ea typeface="Segoe UI"/>
                <a:cs typeface="Segoe UI"/>
              </a:defRPr>
            </a:lvl7pPr>
            <a:lvl8pPr>
              <a:defRPr sz="2400" b="1">
                <a:solidFill>
                  <a:srgbClr val="117B78"/>
                </a:solidFill>
                <a:latin typeface="Segoe UI"/>
                <a:ea typeface="Segoe UI"/>
                <a:cs typeface="Segoe UI"/>
              </a:defRPr>
            </a:lvl8pPr>
            <a:lvl9pPr>
              <a:defRPr sz="2400" b="1">
                <a:solidFill>
                  <a:srgbClr val="117B78"/>
                </a:solidFill>
                <a:latin typeface="Segoe UI"/>
                <a:ea typeface="Segoe UI"/>
                <a:cs typeface="Segoe UI"/>
              </a:defRPr>
            </a:lvl9pPr>
          </a:lstStyle>
          <a:p xmlns:a="http://schemas.openxmlformats.org/drawingml/2006/main">
            <a:pPr>
              <a:defRPr sz="2400" b="1">
                <a:solidFill>
                  <a:srgbClr val="117B78"/>
                </a:solidFill>
                <a:latin typeface="Segoe UI"/>
                <a:ea typeface="Segoe UI"/>
                <a:cs typeface="Segoe UI"/>
              </a:defRPr>
            </a:pPr>
            <a:r>
              <a:rPr sz="2400" b="1">
                <a:solidFill>
                  <a:srgbClr val="117B78"/>
                </a:solidFill>
                <a:latin typeface="Segoe UI"/>
                <a:ea typeface="Segoe UI"/>
                <a:cs typeface="Segoe UI"/>
              </a:rPr>
              <a:t>Modelin kapsamı</a:t>
            </a:r>
          </a:p>
        </p:txBody>
      </p:sp>
      <p:sp>
        <p:nvSpPr>
          <p:cNvPr id="10" name="">
            <a:extLst xmlns:a="http://schemas.openxmlformats.org/drawingml/2006/main">
              <a:ext uri="{FF2B5EF4-FFF2-40B4-BE49-F238E27FC236}">
                <a16:creationId xmlns:a16="http://schemas.microsoft.com/office/drawing/2014/main" id="{B56F90AB-F868-47D0-90E0-FD7B89AC3D3B}"/>
              </a:ext>
            </a:extLst>
          </p:cNvPr>
          <p:cNvSpPr>
            <a:spLocks xmlns:a="http://schemas.openxmlformats.org/drawingml/2006/main" noGrp="1"/>
          </p:cNvSpPr>
          <p:nvPr/>
        </p:nvSpPr>
        <p:spPr>
          <a:xfrm xmlns:a="http://schemas.openxmlformats.org/drawingml/2006/main">
            <a:off x="4343400" y="4686300"/>
            <a:ext cx="71818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102D3B"/>
                </a:solidFill>
                <a:latin typeface="Segoe UI"/>
                <a:ea typeface="Segoe UI"/>
                <a:cs typeface="Segoe UI"/>
              </a:defRPr>
            </a:defPPr>
            <a:lvl1pPr>
              <a:defRPr sz="2100" b="0">
                <a:solidFill>
                  <a:srgbClr val="102D3B"/>
                </a:solidFill>
                <a:latin typeface="Segoe UI"/>
                <a:ea typeface="Segoe UI"/>
                <a:cs typeface="Segoe UI"/>
              </a:defRPr>
            </a:lvl1pPr>
            <a:lvl2pPr>
              <a:defRPr sz="2100" b="0">
                <a:solidFill>
                  <a:srgbClr val="102D3B"/>
                </a:solidFill>
                <a:latin typeface="Segoe UI"/>
                <a:ea typeface="Segoe UI"/>
                <a:cs typeface="Segoe UI"/>
              </a:defRPr>
            </a:lvl2pPr>
            <a:lvl3pPr>
              <a:defRPr sz="2100" b="0">
                <a:solidFill>
                  <a:srgbClr val="102D3B"/>
                </a:solidFill>
                <a:latin typeface="Segoe UI"/>
                <a:ea typeface="Segoe UI"/>
                <a:cs typeface="Segoe UI"/>
              </a:defRPr>
            </a:lvl3pPr>
            <a:lvl4pPr>
              <a:defRPr sz="2100" b="0">
                <a:solidFill>
                  <a:srgbClr val="102D3B"/>
                </a:solidFill>
                <a:latin typeface="Segoe UI"/>
                <a:ea typeface="Segoe UI"/>
                <a:cs typeface="Segoe UI"/>
              </a:defRPr>
            </a:lvl4pPr>
            <a:lvl5pPr>
              <a:defRPr sz="2100" b="0">
                <a:solidFill>
                  <a:srgbClr val="102D3B"/>
                </a:solidFill>
                <a:latin typeface="Segoe UI"/>
                <a:ea typeface="Segoe UI"/>
                <a:cs typeface="Segoe UI"/>
              </a:defRPr>
            </a:lvl5pPr>
            <a:lvl6pPr>
              <a:defRPr sz="2100" b="0">
                <a:solidFill>
                  <a:srgbClr val="102D3B"/>
                </a:solidFill>
                <a:latin typeface="Segoe UI"/>
                <a:ea typeface="Segoe UI"/>
                <a:cs typeface="Segoe UI"/>
              </a:defRPr>
            </a:lvl6pPr>
            <a:lvl7pPr>
              <a:defRPr sz="2100" b="0">
                <a:solidFill>
                  <a:srgbClr val="102D3B"/>
                </a:solidFill>
                <a:latin typeface="Segoe UI"/>
                <a:ea typeface="Segoe UI"/>
                <a:cs typeface="Segoe UI"/>
              </a:defRPr>
            </a:lvl7pPr>
            <a:lvl8pPr>
              <a:defRPr sz="2100" b="0">
                <a:solidFill>
                  <a:srgbClr val="102D3B"/>
                </a:solidFill>
                <a:latin typeface="Segoe UI"/>
                <a:ea typeface="Segoe UI"/>
                <a:cs typeface="Segoe UI"/>
              </a:defRPr>
            </a:lvl8pPr>
            <a:lvl9pPr>
              <a:defRPr sz="2100" b="0">
                <a:solidFill>
                  <a:srgbClr val="102D3B"/>
                </a:solidFill>
                <a:latin typeface="Segoe UI"/>
                <a:ea typeface="Segoe UI"/>
                <a:cs typeface="Segoe UI"/>
              </a:defRPr>
            </a:lvl9pPr>
          </a:lstStyle>
          <a:p xmlns:a="http://schemas.openxmlformats.org/drawingml/2006/main">
            <a:pPr>
              <a:defRPr sz="2100" b="0">
                <a:solidFill>
                  <a:srgbClr val="102D3B"/>
                </a:solidFill>
                <a:latin typeface="Segoe UI"/>
                <a:ea typeface="Segoe UI"/>
                <a:cs typeface="Segoe UI"/>
              </a:defRPr>
            </a:pPr>
            <a:r>
              <a:rPr sz="2100" b="0">
                <a:solidFill>
                  <a:srgbClr val="102D3B"/>
                </a:solidFill>
                <a:latin typeface="Segoe UI"/>
                <a:ea typeface="Segoe UI"/>
                <a:cs typeface="Segoe UI"/>
              </a:rPr>
              <a:t>Kuyruk, enerji ve şifreleme maliyetleri kapsam dışında.</a:t>
            </a:r>
          </a:p>
          <a:p xmlns:a="http://schemas.openxmlformats.org/drawingml/2006/main">
            <a:pPr>
              <a:defRPr sz="2100" b="0">
                <a:solidFill>
                  <a:srgbClr val="102D3B"/>
                </a:solidFill>
                <a:latin typeface="Segoe UI"/>
                <a:ea typeface="Segoe UI"/>
                <a:cs typeface="Segoe UI"/>
              </a:defRPr>
            </a:pPr>
            <a:r>
              <a:rPr sz="2100" b="0">
                <a:solidFill>
                  <a:srgbClr val="102D3B"/>
                </a:solidFill>
                <a:latin typeface="Segoe UI"/>
                <a:ea typeface="Segoe UI"/>
                <a:cs typeface="Segoe UI"/>
              </a:rPr>
              <a:t>Bunlar eklenince kararlar yeniden sınanmalı.</a:t>
            </a:r>
          </a:p>
        </p:txBody>
      </p:sp>
      <p:sp>
        <p:nvSpPr>
          <p:cNvPr id="11" name="">
            <a:extLst xmlns:a="http://schemas.openxmlformats.org/drawingml/2006/main">
              <a:ext uri="{FF2B5EF4-FFF2-40B4-BE49-F238E27FC236}">
                <a16:creationId xmlns:a16="http://schemas.microsoft.com/office/drawing/2014/main" id="{9C3931A4-6545-469B-85A5-50B343F586B1}"/>
              </a:ext>
            </a:extLst>
          </p:cNvPr>
          <p:cNvSpPr>
            <a:spLocks xmlns:a="http://schemas.openxmlformats.org/drawingml/2006/main" noGrp="1"/>
          </p:cNvSpPr>
          <p:nvPr/>
        </p:nvSpPr>
        <p:spPr>
          <a:xfrm xmlns:a="http://schemas.openxmlformats.org/drawingml/2006/main">
            <a:off x="628650" y="6067425"/>
            <a:ext cx="10858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57717A"/>
                </a:solidFill>
                <a:latin typeface="Segoe UI"/>
                <a:ea typeface="Segoe UI"/>
                <a:cs typeface="Segoe UI"/>
              </a:defRPr>
            </a:defPPr>
            <a:lvl1pPr>
              <a:defRPr sz="1950" b="0">
                <a:solidFill>
                  <a:srgbClr val="57717A"/>
                </a:solidFill>
                <a:latin typeface="Segoe UI"/>
                <a:ea typeface="Segoe UI"/>
                <a:cs typeface="Segoe UI"/>
              </a:defRPr>
            </a:lvl1pPr>
            <a:lvl2pPr>
              <a:defRPr sz="1950" b="0">
                <a:solidFill>
                  <a:srgbClr val="57717A"/>
                </a:solidFill>
                <a:latin typeface="Segoe UI"/>
                <a:ea typeface="Segoe UI"/>
                <a:cs typeface="Segoe UI"/>
              </a:defRPr>
            </a:lvl2pPr>
            <a:lvl3pPr>
              <a:defRPr sz="1950" b="0">
                <a:solidFill>
                  <a:srgbClr val="57717A"/>
                </a:solidFill>
                <a:latin typeface="Segoe UI"/>
                <a:ea typeface="Segoe UI"/>
                <a:cs typeface="Segoe UI"/>
              </a:defRPr>
            </a:lvl3pPr>
            <a:lvl4pPr>
              <a:defRPr sz="1950" b="0">
                <a:solidFill>
                  <a:srgbClr val="57717A"/>
                </a:solidFill>
                <a:latin typeface="Segoe UI"/>
                <a:ea typeface="Segoe UI"/>
                <a:cs typeface="Segoe UI"/>
              </a:defRPr>
            </a:lvl4pPr>
            <a:lvl5pPr>
              <a:defRPr sz="1950" b="0">
                <a:solidFill>
                  <a:srgbClr val="57717A"/>
                </a:solidFill>
                <a:latin typeface="Segoe UI"/>
                <a:ea typeface="Segoe UI"/>
                <a:cs typeface="Segoe UI"/>
              </a:defRPr>
            </a:lvl5pPr>
            <a:lvl6pPr>
              <a:defRPr sz="1950" b="0">
                <a:solidFill>
                  <a:srgbClr val="57717A"/>
                </a:solidFill>
                <a:latin typeface="Segoe UI"/>
                <a:ea typeface="Segoe UI"/>
                <a:cs typeface="Segoe UI"/>
              </a:defRPr>
            </a:lvl6pPr>
            <a:lvl7pPr>
              <a:defRPr sz="1950" b="0">
                <a:solidFill>
                  <a:srgbClr val="57717A"/>
                </a:solidFill>
                <a:latin typeface="Segoe UI"/>
                <a:ea typeface="Segoe UI"/>
                <a:cs typeface="Segoe UI"/>
              </a:defRPr>
            </a:lvl7pPr>
            <a:lvl8pPr>
              <a:defRPr sz="1950" b="0">
                <a:solidFill>
                  <a:srgbClr val="57717A"/>
                </a:solidFill>
                <a:latin typeface="Segoe UI"/>
                <a:ea typeface="Segoe UI"/>
                <a:cs typeface="Segoe UI"/>
              </a:defRPr>
            </a:lvl8pPr>
            <a:lvl9pPr>
              <a:defRPr sz="1950" b="0">
                <a:solidFill>
                  <a:srgbClr val="57717A"/>
                </a:solidFill>
                <a:latin typeface="Segoe UI"/>
                <a:ea typeface="Segoe UI"/>
                <a:cs typeface="Segoe UI"/>
              </a:defRPr>
            </a:lvl9pPr>
          </a:lstStyle>
          <a:p xmlns:a="http://schemas.openxmlformats.org/drawingml/2006/main">
            <a:pPr>
              <a:defRPr sz="1950" b="0">
                <a:solidFill>
                  <a:srgbClr val="57717A"/>
                </a:solidFill>
                <a:latin typeface="Segoe UI"/>
                <a:ea typeface="Segoe UI"/>
                <a:cs typeface="Segoe UI"/>
              </a:defRPr>
            </a:pPr>
            <a:r>
              <a:rPr sz="1950" b="0">
                <a:solidFill>
                  <a:srgbClr val="57717A"/>
                </a:solidFill>
                <a:latin typeface="Segoe UI"/>
                <a:ea typeface="Segoe UI"/>
                <a:cs typeface="Segoe UI"/>
              </a:rPr>
              <a:t>Simülasyon bulguları, gerçek sistem güvenliğinin kanıtı değildir</a:t>
            </a:r>
          </a:p>
        </p:txBody>
      </p:sp>
    </p:spTree>
    <p:extLst>
      <p:ext uri="{BB962C8B-B14F-4D97-AF65-F5344CB8AC3E}">
        <p14:creationId xmlns:p14="http://schemas.microsoft.com/office/powerpoint/2010/main" val="746810552"/>
      </p:ext>
    </p:extLst>
  </p:cSld>
</p:sld>
</file>

<file path=ppt/slides/slide20.xml><?xml version="1.0" encoding="utf-8"?>
<p:sld xmlns:p="http://schemas.openxmlformats.org/presentationml/2006/main">
  <p:cSld>
    <p:bg>
      <p:bgPr>
        <a:solidFill xmlns:a="http://schemas.openxmlformats.org/drawingml/2006/main">
          <a:srgbClr val="081C2B"/>
        </a:solidFill>
      </p:bgPr>
    </p:bg>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DC5D6BAD-E142-4A58-9B27-20761ED7611D}"/>
              </a:ext>
            </a:extLst>
          </p:cNvPr>
          <p:cNvPicPr>
            <a:picLocks xmlns:a="http://schemas.openxmlformats.org/drawingml/2006/main" noChangeAspect="1"/>
          </p:cNvPicPr>
          <p:nvPr/>
        </p:nvPicPr>
        <p:blipFill>
          <a:blip xmlns:r="http://schemas.openxmlformats.org/officeDocument/2006/relationships" xmlns:a="http://schemas.openxmlformats.org/drawingml/2006/main" r:embed="R067b53b730904f28"/>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3" name="title">
            <a:extLst xmlns:a="http://schemas.openxmlformats.org/drawingml/2006/main">
              <a:ext uri="{FF2B5EF4-FFF2-40B4-BE49-F238E27FC236}">
                <a16:creationId xmlns:a16="http://schemas.microsoft.com/office/drawing/2014/main" id="{6443F07F-2450-4597-805E-9806956F7F1E}"/>
              </a:ext>
            </a:extLst>
          </p:cNvPr>
          <p:cNvSpPr>
            <a:spLocks xmlns:a="http://schemas.openxmlformats.org/drawingml/2006/main" noGrp="1"/>
          </p:cNvSpPr>
          <p:nvPr/>
        </p:nvSpPr>
        <p:spPr>
          <a:xfrm xmlns:a="http://schemas.openxmlformats.org/drawingml/2006/main">
            <a:off x="628650" y="457200"/>
            <a:ext cx="109347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600" b="1">
                <a:solidFill>
                  <a:srgbClr val="F7FBFC"/>
                </a:solidFill>
                <a:latin typeface="Segoe UI"/>
                <a:ea typeface="Segoe UI"/>
                <a:cs typeface="Segoe UI"/>
              </a:defRPr>
            </a:defPPr>
            <a:lvl1pPr>
              <a:defRPr sz="3600" b="1">
                <a:solidFill>
                  <a:srgbClr val="F7FBFC"/>
                </a:solidFill>
                <a:latin typeface="Segoe UI"/>
                <a:ea typeface="Segoe UI"/>
                <a:cs typeface="Segoe UI"/>
              </a:defRPr>
            </a:lvl1pPr>
            <a:lvl2pPr>
              <a:defRPr sz="3600" b="1">
                <a:solidFill>
                  <a:srgbClr val="F7FBFC"/>
                </a:solidFill>
                <a:latin typeface="Segoe UI"/>
                <a:ea typeface="Segoe UI"/>
                <a:cs typeface="Segoe UI"/>
              </a:defRPr>
            </a:lvl2pPr>
            <a:lvl3pPr>
              <a:defRPr sz="3600" b="1">
                <a:solidFill>
                  <a:srgbClr val="F7FBFC"/>
                </a:solidFill>
                <a:latin typeface="Segoe UI"/>
                <a:ea typeface="Segoe UI"/>
                <a:cs typeface="Segoe UI"/>
              </a:defRPr>
            </a:lvl3pPr>
            <a:lvl4pPr>
              <a:defRPr sz="3600" b="1">
                <a:solidFill>
                  <a:srgbClr val="F7FBFC"/>
                </a:solidFill>
                <a:latin typeface="Segoe UI"/>
                <a:ea typeface="Segoe UI"/>
                <a:cs typeface="Segoe UI"/>
              </a:defRPr>
            </a:lvl4pPr>
            <a:lvl5pPr>
              <a:defRPr sz="3600" b="1">
                <a:solidFill>
                  <a:srgbClr val="F7FBFC"/>
                </a:solidFill>
                <a:latin typeface="Segoe UI"/>
                <a:ea typeface="Segoe UI"/>
                <a:cs typeface="Segoe UI"/>
              </a:defRPr>
            </a:lvl5pPr>
            <a:lvl6pPr>
              <a:defRPr sz="3600" b="1">
                <a:solidFill>
                  <a:srgbClr val="F7FBFC"/>
                </a:solidFill>
                <a:latin typeface="Segoe UI"/>
                <a:ea typeface="Segoe UI"/>
                <a:cs typeface="Segoe UI"/>
              </a:defRPr>
            </a:lvl6pPr>
            <a:lvl7pPr>
              <a:defRPr sz="3600" b="1">
                <a:solidFill>
                  <a:srgbClr val="F7FBFC"/>
                </a:solidFill>
                <a:latin typeface="Segoe UI"/>
                <a:ea typeface="Segoe UI"/>
                <a:cs typeface="Segoe UI"/>
              </a:defRPr>
            </a:lvl7pPr>
            <a:lvl8pPr>
              <a:defRPr sz="3600" b="1">
                <a:solidFill>
                  <a:srgbClr val="F7FBFC"/>
                </a:solidFill>
                <a:latin typeface="Segoe UI"/>
                <a:ea typeface="Segoe UI"/>
                <a:cs typeface="Segoe UI"/>
              </a:defRPr>
            </a:lvl8pPr>
            <a:lvl9pPr>
              <a:defRPr sz="3600" b="1">
                <a:solidFill>
                  <a:srgbClr val="F7FBFC"/>
                </a:solidFill>
                <a:latin typeface="Segoe UI"/>
                <a:ea typeface="Segoe UI"/>
                <a:cs typeface="Segoe UI"/>
              </a:defRPr>
            </a:lvl9pPr>
          </a:lstStyle>
          <a:p xmlns:a="http://schemas.openxmlformats.org/drawingml/2006/main">
            <a:pPr>
              <a:defRPr sz="3600" b="1">
                <a:solidFill>
                  <a:srgbClr val="F7FBFC"/>
                </a:solidFill>
                <a:latin typeface="Segoe UI"/>
                <a:ea typeface="Segoe UI"/>
                <a:cs typeface="Segoe UI"/>
              </a:defRPr>
            </a:pPr>
            <a:r>
              <a:rPr sz="3600" b="1">
                <a:solidFill>
                  <a:srgbClr val="F7FBFC"/>
                </a:solidFill>
                <a:latin typeface="Segoe UI"/>
                <a:ea typeface="Segoe UI"/>
                <a:cs typeface="Segoe UI"/>
              </a:rPr>
              <a:t>Projeden elde ettiklerim</a:t>
            </a:r>
          </a:p>
        </p:txBody>
      </p:sp>
      <p:sp>
        <p:nvSpPr>
          <p:cNvPr id="4" name="page">
            <a:extLst xmlns:a="http://schemas.openxmlformats.org/drawingml/2006/main">
              <a:ext uri="{FF2B5EF4-FFF2-40B4-BE49-F238E27FC236}">
                <a16:creationId xmlns:a16="http://schemas.microsoft.com/office/drawing/2014/main" id="{4FEB035F-8A9F-4C59-A5EE-4F2D98225CA6}"/>
              </a:ext>
            </a:extLst>
          </p:cNvPr>
          <p:cNvSpPr>
            <a:spLocks xmlns:a="http://schemas.openxmlformats.org/drawingml/2006/main" noGrp="1"/>
          </p:cNvSpPr>
          <p:nvPr/>
        </p:nvSpPr>
        <p:spPr>
          <a:xfrm xmlns:a="http://schemas.openxmlformats.org/drawingml/2006/main">
            <a:off x="11182350" y="6334125"/>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ACC5CC"/>
                </a:solidFill>
                <a:latin typeface="Segoe UI"/>
                <a:ea typeface="Segoe UI"/>
                <a:cs typeface="Segoe UI"/>
              </a:defRPr>
            </a:defPPr>
            <a:lvl1pPr>
              <a:defRPr sz="1575" b="0">
                <a:solidFill>
                  <a:srgbClr val="ACC5CC"/>
                </a:solidFill>
                <a:latin typeface="Segoe UI"/>
                <a:ea typeface="Segoe UI"/>
                <a:cs typeface="Segoe UI"/>
              </a:defRPr>
            </a:lvl1pPr>
            <a:lvl2pPr>
              <a:defRPr sz="1575" b="0">
                <a:solidFill>
                  <a:srgbClr val="ACC5CC"/>
                </a:solidFill>
                <a:latin typeface="Segoe UI"/>
                <a:ea typeface="Segoe UI"/>
                <a:cs typeface="Segoe UI"/>
              </a:defRPr>
            </a:lvl2pPr>
            <a:lvl3pPr>
              <a:defRPr sz="1575" b="0">
                <a:solidFill>
                  <a:srgbClr val="ACC5CC"/>
                </a:solidFill>
                <a:latin typeface="Segoe UI"/>
                <a:ea typeface="Segoe UI"/>
                <a:cs typeface="Segoe UI"/>
              </a:defRPr>
            </a:lvl3pPr>
            <a:lvl4pPr>
              <a:defRPr sz="1575" b="0">
                <a:solidFill>
                  <a:srgbClr val="ACC5CC"/>
                </a:solidFill>
                <a:latin typeface="Segoe UI"/>
                <a:ea typeface="Segoe UI"/>
                <a:cs typeface="Segoe UI"/>
              </a:defRPr>
            </a:lvl4pPr>
            <a:lvl5pPr>
              <a:defRPr sz="1575" b="0">
                <a:solidFill>
                  <a:srgbClr val="ACC5CC"/>
                </a:solidFill>
                <a:latin typeface="Segoe UI"/>
                <a:ea typeface="Segoe UI"/>
                <a:cs typeface="Segoe UI"/>
              </a:defRPr>
            </a:lvl5pPr>
            <a:lvl6pPr>
              <a:defRPr sz="1575" b="0">
                <a:solidFill>
                  <a:srgbClr val="ACC5CC"/>
                </a:solidFill>
                <a:latin typeface="Segoe UI"/>
                <a:ea typeface="Segoe UI"/>
                <a:cs typeface="Segoe UI"/>
              </a:defRPr>
            </a:lvl6pPr>
            <a:lvl7pPr>
              <a:defRPr sz="1575" b="0">
                <a:solidFill>
                  <a:srgbClr val="ACC5CC"/>
                </a:solidFill>
                <a:latin typeface="Segoe UI"/>
                <a:ea typeface="Segoe UI"/>
                <a:cs typeface="Segoe UI"/>
              </a:defRPr>
            </a:lvl7pPr>
            <a:lvl8pPr>
              <a:defRPr sz="1575" b="0">
                <a:solidFill>
                  <a:srgbClr val="ACC5CC"/>
                </a:solidFill>
                <a:latin typeface="Segoe UI"/>
                <a:ea typeface="Segoe UI"/>
                <a:cs typeface="Segoe UI"/>
              </a:defRPr>
            </a:lvl8pPr>
            <a:lvl9pPr>
              <a:defRPr sz="1575" b="0">
                <a:solidFill>
                  <a:srgbClr val="ACC5CC"/>
                </a:solidFill>
                <a:latin typeface="Segoe UI"/>
                <a:ea typeface="Segoe UI"/>
                <a:cs typeface="Segoe UI"/>
              </a:defRPr>
            </a:lvl9pPr>
          </a:lstStyle>
          <a:p xmlns:a="http://schemas.openxmlformats.org/drawingml/2006/main">
            <a:pPr>
              <a:defRPr sz="1575" b="0">
                <a:solidFill>
                  <a:srgbClr val="ACC5CC"/>
                </a:solidFill>
                <a:latin typeface="Segoe UI"/>
                <a:ea typeface="Segoe UI"/>
                <a:cs typeface="Segoe UI"/>
              </a:defRPr>
            </a:pPr>
            <a:r>
              <a:rPr sz="1575" b="0">
                <a:solidFill>
                  <a:srgbClr val="ACC5CC"/>
                </a:solidFill>
                <a:latin typeface="Segoe UI"/>
                <a:ea typeface="Segoe UI"/>
                <a:cs typeface="Segoe UI"/>
              </a:rPr>
              <a:t>20</a:t>
            </a:r>
          </a:p>
        </p:txBody>
      </p:sp>
      <p:sp>
        <p:nvSpPr>
          <p:cNvPr id="5" name="">
            <a:extLst xmlns:a="http://schemas.openxmlformats.org/drawingml/2006/main">
              <a:ext uri="{FF2B5EF4-FFF2-40B4-BE49-F238E27FC236}">
                <a16:creationId xmlns:a16="http://schemas.microsoft.com/office/drawing/2014/main" id="{66288B82-9529-4667-9DE9-F2C402AAC4AD}"/>
              </a:ext>
            </a:extLst>
          </p:cNvPr>
          <p:cNvSpPr>
            <a:spLocks xmlns:a="http://schemas.openxmlformats.org/drawingml/2006/main" noGrp="1"/>
          </p:cNvSpPr>
          <p:nvPr/>
        </p:nvSpPr>
        <p:spPr>
          <a:xfrm xmlns:a="http://schemas.openxmlformats.org/drawingml/2006/main">
            <a:off x="628650" y="1885950"/>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75" b="1">
                <a:solidFill>
                  <a:srgbClr val="F7FBFC"/>
                </a:solidFill>
                <a:latin typeface="Segoe UI"/>
                <a:ea typeface="Segoe UI"/>
                <a:cs typeface="Segoe UI"/>
              </a:defRPr>
            </a:defPPr>
            <a:lvl1pPr>
              <a:defRPr sz="2775" b="1">
                <a:solidFill>
                  <a:srgbClr val="F7FBFC"/>
                </a:solidFill>
                <a:latin typeface="Segoe UI"/>
                <a:ea typeface="Segoe UI"/>
                <a:cs typeface="Segoe UI"/>
              </a:defRPr>
            </a:lvl1pPr>
            <a:lvl2pPr>
              <a:defRPr sz="2775" b="1">
                <a:solidFill>
                  <a:srgbClr val="F7FBFC"/>
                </a:solidFill>
                <a:latin typeface="Segoe UI"/>
                <a:ea typeface="Segoe UI"/>
                <a:cs typeface="Segoe UI"/>
              </a:defRPr>
            </a:lvl2pPr>
            <a:lvl3pPr>
              <a:defRPr sz="2775" b="1">
                <a:solidFill>
                  <a:srgbClr val="F7FBFC"/>
                </a:solidFill>
                <a:latin typeface="Segoe UI"/>
                <a:ea typeface="Segoe UI"/>
                <a:cs typeface="Segoe UI"/>
              </a:defRPr>
            </a:lvl3pPr>
            <a:lvl4pPr>
              <a:defRPr sz="2775" b="1">
                <a:solidFill>
                  <a:srgbClr val="F7FBFC"/>
                </a:solidFill>
                <a:latin typeface="Segoe UI"/>
                <a:ea typeface="Segoe UI"/>
                <a:cs typeface="Segoe UI"/>
              </a:defRPr>
            </a:lvl4pPr>
            <a:lvl5pPr>
              <a:defRPr sz="2775" b="1">
                <a:solidFill>
                  <a:srgbClr val="F7FBFC"/>
                </a:solidFill>
                <a:latin typeface="Segoe UI"/>
                <a:ea typeface="Segoe UI"/>
                <a:cs typeface="Segoe UI"/>
              </a:defRPr>
            </a:lvl5pPr>
            <a:lvl6pPr>
              <a:defRPr sz="2775" b="1">
                <a:solidFill>
                  <a:srgbClr val="F7FBFC"/>
                </a:solidFill>
                <a:latin typeface="Segoe UI"/>
                <a:ea typeface="Segoe UI"/>
                <a:cs typeface="Segoe UI"/>
              </a:defRPr>
            </a:lvl6pPr>
            <a:lvl7pPr>
              <a:defRPr sz="2775" b="1">
                <a:solidFill>
                  <a:srgbClr val="F7FBFC"/>
                </a:solidFill>
                <a:latin typeface="Segoe UI"/>
                <a:ea typeface="Segoe UI"/>
                <a:cs typeface="Segoe UI"/>
              </a:defRPr>
            </a:lvl7pPr>
            <a:lvl8pPr>
              <a:defRPr sz="2775" b="1">
                <a:solidFill>
                  <a:srgbClr val="F7FBFC"/>
                </a:solidFill>
                <a:latin typeface="Segoe UI"/>
                <a:ea typeface="Segoe UI"/>
                <a:cs typeface="Segoe UI"/>
              </a:defRPr>
            </a:lvl8pPr>
            <a:lvl9pPr>
              <a:defRPr sz="2775" b="1">
                <a:solidFill>
                  <a:srgbClr val="F7FBFC"/>
                </a:solidFill>
                <a:latin typeface="Segoe UI"/>
                <a:ea typeface="Segoe UI"/>
                <a:cs typeface="Segoe UI"/>
              </a:defRPr>
            </a:lvl9pPr>
          </a:lstStyle>
          <a:p xmlns:a="http://schemas.openxmlformats.org/drawingml/2006/main">
            <a:pPr>
              <a:defRPr sz="2775" b="1">
                <a:solidFill>
                  <a:srgbClr val="F7FBFC"/>
                </a:solidFill>
                <a:latin typeface="Segoe UI"/>
                <a:ea typeface="Segoe UI"/>
                <a:cs typeface="Segoe UI"/>
              </a:defRPr>
            </a:pPr>
            <a:r>
              <a:rPr sz="2775" b="1">
                <a:solidFill>
                  <a:srgbClr val="F7FBFC"/>
                </a:solidFill>
                <a:latin typeface="Segoe UI"/>
                <a:ea typeface="Segoe UI"/>
                <a:cs typeface="Segoe UI"/>
              </a:rPr>
              <a:t>Çalışan görev aktarma uygulaması</a:t>
            </a:r>
          </a:p>
        </p:txBody>
      </p:sp>
      <p:sp>
        <p:nvSpPr>
          <p:cNvPr id="6" name="">
            <a:extLst xmlns:a="http://schemas.openxmlformats.org/drawingml/2006/main">
              <a:ext uri="{FF2B5EF4-FFF2-40B4-BE49-F238E27FC236}">
                <a16:creationId xmlns:a16="http://schemas.microsoft.com/office/drawing/2014/main" id="{0DF28B8D-15C3-48E4-9A38-9A0F3AD800ED}"/>
              </a:ext>
            </a:extLst>
          </p:cNvPr>
          <p:cNvSpPr>
            <a:spLocks xmlns:a="http://schemas.openxmlformats.org/drawingml/2006/main" noGrp="1"/>
          </p:cNvSpPr>
          <p:nvPr/>
        </p:nvSpPr>
        <p:spPr>
          <a:xfrm xmlns:a="http://schemas.openxmlformats.org/drawingml/2006/main">
            <a:off x="628650" y="2476500"/>
            <a:ext cx="10858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ACC5CC"/>
                </a:solidFill>
                <a:latin typeface="Segoe UI"/>
                <a:ea typeface="Segoe UI"/>
                <a:cs typeface="Segoe UI"/>
              </a:defRPr>
            </a:defPPr>
            <a:lvl1pPr>
              <a:defRPr sz="2100" b="0">
                <a:solidFill>
                  <a:srgbClr val="ACC5CC"/>
                </a:solidFill>
                <a:latin typeface="Segoe UI"/>
                <a:ea typeface="Segoe UI"/>
                <a:cs typeface="Segoe UI"/>
              </a:defRPr>
            </a:lvl1pPr>
            <a:lvl2pPr>
              <a:defRPr sz="2100" b="0">
                <a:solidFill>
                  <a:srgbClr val="ACC5CC"/>
                </a:solidFill>
                <a:latin typeface="Segoe UI"/>
                <a:ea typeface="Segoe UI"/>
                <a:cs typeface="Segoe UI"/>
              </a:defRPr>
            </a:lvl2pPr>
            <a:lvl3pPr>
              <a:defRPr sz="2100" b="0">
                <a:solidFill>
                  <a:srgbClr val="ACC5CC"/>
                </a:solidFill>
                <a:latin typeface="Segoe UI"/>
                <a:ea typeface="Segoe UI"/>
                <a:cs typeface="Segoe UI"/>
              </a:defRPr>
            </a:lvl3pPr>
            <a:lvl4pPr>
              <a:defRPr sz="2100" b="0">
                <a:solidFill>
                  <a:srgbClr val="ACC5CC"/>
                </a:solidFill>
                <a:latin typeface="Segoe UI"/>
                <a:ea typeface="Segoe UI"/>
                <a:cs typeface="Segoe UI"/>
              </a:defRPr>
            </a:lvl4pPr>
            <a:lvl5pPr>
              <a:defRPr sz="2100" b="0">
                <a:solidFill>
                  <a:srgbClr val="ACC5CC"/>
                </a:solidFill>
                <a:latin typeface="Segoe UI"/>
                <a:ea typeface="Segoe UI"/>
                <a:cs typeface="Segoe UI"/>
              </a:defRPr>
            </a:lvl5pPr>
            <a:lvl6pPr>
              <a:defRPr sz="2100" b="0">
                <a:solidFill>
                  <a:srgbClr val="ACC5CC"/>
                </a:solidFill>
                <a:latin typeface="Segoe UI"/>
                <a:ea typeface="Segoe UI"/>
                <a:cs typeface="Segoe UI"/>
              </a:defRPr>
            </a:lvl6pPr>
            <a:lvl7pPr>
              <a:defRPr sz="2100" b="0">
                <a:solidFill>
                  <a:srgbClr val="ACC5CC"/>
                </a:solidFill>
                <a:latin typeface="Segoe UI"/>
                <a:ea typeface="Segoe UI"/>
                <a:cs typeface="Segoe UI"/>
              </a:defRPr>
            </a:lvl7pPr>
            <a:lvl8pPr>
              <a:defRPr sz="2100" b="0">
                <a:solidFill>
                  <a:srgbClr val="ACC5CC"/>
                </a:solidFill>
                <a:latin typeface="Segoe UI"/>
                <a:ea typeface="Segoe UI"/>
                <a:cs typeface="Segoe UI"/>
              </a:defRPr>
            </a:lvl8pPr>
            <a:lvl9pPr>
              <a:defRPr sz="2100" b="0">
                <a:solidFill>
                  <a:srgbClr val="ACC5CC"/>
                </a:solidFill>
                <a:latin typeface="Segoe UI"/>
                <a:ea typeface="Segoe UI"/>
                <a:cs typeface="Segoe UI"/>
              </a:defRPr>
            </a:lvl9pPr>
          </a:lstStyle>
          <a:p xmlns:a="http://schemas.openxmlformats.org/drawingml/2006/main">
            <a:pPr>
              <a:defRPr sz="2100" b="0">
                <a:solidFill>
                  <a:srgbClr val="ACC5CC"/>
                </a:solidFill>
                <a:latin typeface="Segoe UI"/>
                <a:ea typeface="Segoe UI"/>
                <a:cs typeface="Segoe UI"/>
              </a:defRPr>
            </a:pPr>
            <a:r>
              <a:rPr sz="2100" b="0">
                <a:solidFill>
                  <a:srgbClr val="ACC5CC"/>
                </a:solidFill>
                <a:latin typeface="Segoe UI"/>
                <a:ea typeface="Segoe UI"/>
                <a:cs typeface="Segoe UI"/>
              </a:rPr>
              <a:t>Her görev için sunucu, gönderim oranı ve maliyet hesabı.</a:t>
            </a:r>
          </a:p>
        </p:txBody>
      </p:sp>
      <p:sp>
        <p:nvSpPr>
          <p:cNvPr id="7" name="">
            <a:extLst xmlns:a="http://schemas.openxmlformats.org/drawingml/2006/main">
              <a:ext uri="{FF2B5EF4-FFF2-40B4-BE49-F238E27FC236}">
                <a16:creationId xmlns:a16="http://schemas.microsoft.com/office/drawing/2014/main" id="{57211141-4D11-414D-B3D9-8DF15116BC39}"/>
              </a:ext>
            </a:extLst>
          </p:cNvPr>
          <p:cNvSpPr>
            <a:spLocks xmlns:a="http://schemas.openxmlformats.org/drawingml/2006/main" noGrp="1"/>
          </p:cNvSpPr>
          <p:nvPr/>
        </p:nvSpPr>
        <p:spPr>
          <a:xfrm xmlns:a="http://schemas.openxmlformats.org/drawingml/2006/main">
            <a:off x="628650" y="3324225"/>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75" b="1">
                <a:solidFill>
                  <a:srgbClr val="6FE0CC"/>
                </a:solidFill>
                <a:latin typeface="Segoe UI"/>
                <a:ea typeface="Segoe UI"/>
                <a:cs typeface="Segoe UI"/>
              </a:defRPr>
            </a:defPPr>
            <a:lvl1pPr>
              <a:defRPr sz="2775" b="1">
                <a:solidFill>
                  <a:srgbClr val="6FE0CC"/>
                </a:solidFill>
                <a:latin typeface="Segoe UI"/>
                <a:ea typeface="Segoe UI"/>
                <a:cs typeface="Segoe UI"/>
              </a:defRPr>
            </a:lvl1pPr>
            <a:lvl2pPr>
              <a:defRPr sz="2775" b="1">
                <a:solidFill>
                  <a:srgbClr val="6FE0CC"/>
                </a:solidFill>
                <a:latin typeface="Segoe UI"/>
                <a:ea typeface="Segoe UI"/>
                <a:cs typeface="Segoe UI"/>
              </a:defRPr>
            </a:lvl2pPr>
            <a:lvl3pPr>
              <a:defRPr sz="2775" b="1">
                <a:solidFill>
                  <a:srgbClr val="6FE0CC"/>
                </a:solidFill>
                <a:latin typeface="Segoe UI"/>
                <a:ea typeface="Segoe UI"/>
                <a:cs typeface="Segoe UI"/>
              </a:defRPr>
            </a:lvl3pPr>
            <a:lvl4pPr>
              <a:defRPr sz="2775" b="1">
                <a:solidFill>
                  <a:srgbClr val="6FE0CC"/>
                </a:solidFill>
                <a:latin typeface="Segoe UI"/>
                <a:ea typeface="Segoe UI"/>
                <a:cs typeface="Segoe UI"/>
              </a:defRPr>
            </a:lvl4pPr>
            <a:lvl5pPr>
              <a:defRPr sz="2775" b="1">
                <a:solidFill>
                  <a:srgbClr val="6FE0CC"/>
                </a:solidFill>
                <a:latin typeface="Segoe UI"/>
                <a:ea typeface="Segoe UI"/>
                <a:cs typeface="Segoe UI"/>
              </a:defRPr>
            </a:lvl5pPr>
            <a:lvl6pPr>
              <a:defRPr sz="2775" b="1">
                <a:solidFill>
                  <a:srgbClr val="6FE0CC"/>
                </a:solidFill>
                <a:latin typeface="Segoe UI"/>
                <a:ea typeface="Segoe UI"/>
                <a:cs typeface="Segoe UI"/>
              </a:defRPr>
            </a:lvl6pPr>
            <a:lvl7pPr>
              <a:defRPr sz="2775" b="1">
                <a:solidFill>
                  <a:srgbClr val="6FE0CC"/>
                </a:solidFill>
                <a:latin typeface="Segoe UI"/>
                <a:ea typeface="Segoe UI"/>
                <a:cs typeface="Segoe UI"/>
              </a:defRPr>
            </a:lvl7pPr>
            <a:lvl8pPr>
              <a:defRPr sz="2775" b="1">
                <a:solidFill>
                  <a:srgbClr val="6FE0CC"/>
                </a:solidFill>
                <a:latin typeface="Segoe UI"/>
                <a:ea typeface="Segoe UI"/>
                <a:cs typeface="Segoe UI"/>
              </a:defRPr>
            </a:lvl8pPr>
            <a:lvl9pPr>
              <a:defRPr sz="2775" b="1">
                <a:solidFill>
                  <a:srgbClr val="6FE0CC"/>
                </a:solidFill>
                <a:latin typeface="Segoe UI"/>
                <a:ea typeface="Segoe UI"/>
                <a:cs typeface="Segoe UI"/>
              </a:defRPr>
            </a:lvl9pPr>
          </a:lstStyle>
          <a:p xmlns:a="http://schemas.openxmlformats.org/drawingml/2006/main">
            <a:pPr>
              <a:defRPr sz="2775" b="1">
                <a:solidFill>
                  <a:srgbClr val="6FE0CC"/>
                </a:solidFill>
                <a:latin typeface="Segoe UI"/>
                <a:ea typeface="Segoe UI"/>
                <a:cs typeface="Segoe UI"/>
              </a:defRPr>
            </a:pPr>
            <a:r>
              <a:rPr sz="2775" b="1">
                <a:solidFill>
                  <a:srgbClr val="6FE0CC"/>
                </a:solidFill>
                <a:latin typeface="Segoe UI"/>
                <a:ea typeface="Segoe UI"/>
                <a:cs typeface="Segoe UI"/>
              </a:rPr>
              <a:t>Mamdani ile açıklanabilir tercih</a:t>
            </a:r>
          </a:p>
        </p:txBody>
      </p:sp>
      <p:sp>
        <p:nvSpPr>
          <p:cNvPr id="8" name="">
            <a:extLst xmlns:a="http://schemas.openxmlformats.org/drawingml/2006/main">
              <a:ext uri="{FF2B5EF4-FFF2-40B4-BE49-F238E27FC236}">
                <a16:creationId xmlns:a16="http://schemas.microsoft.com/office/drawing/2014/main" id="{C275E24F-87AE-49D7-A564-86DB470ED455}"/>
              </a:ext>
            </a:extLst>
          </p:cNvPr>
          <p:cNvSpPr>
            <a:spLocks xmlns:a="http://schemas.openxmlformats.org/drawingml/2006/main" noGrp="1"/>
          </p:cNvSpPr>
          <p:nvPr/>
        </p:nvSpPr>
        <p:spPr>
          <a:xfrm xmlns:a="http://schemas.openxmlformats.org/drawingml/2006/main">
            <a:off x="628650" y="3914775"/>
            <a:ext cx="10858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ACC5CC"/>
                </a:solidFill>
                <a:latin typeface="Segoe UI"/>
                <a:ea typeface="Segoe UI"/>
                <a:cs typeface="Segoe UI"/>
              </a:defRPr>
            </a:defPPr>
            <a:lvl1pPr>
              <a:defRPr sz="2100" b="0">
                <a:solidFill>
                  <a:srgbClr val="ACC5CC"/>
                </a:solidFill>
                <a:latin typeface="Segoe UI"/>
                <a:ea typeface="Segoe UI"/>
                <a:cs typeface="Segoe UI"/>
              </a:defRPr>
            </a:lvl1pPr>
            <a:lvl2pPr>
              <a:defRPr sz="2100" b="0">
                <a:solidFill>
                  <a:srgbClr val="ACC5CC"/>
                </a:solidFill>
                <a:latin typeface="Segoe UI"/>
                <a:ea typeface="Segoe UI"/>
                <a:cs typeface="Segoe UI"/>
              </a:defRPr>
            </a:lvl2pPr>
            <a:lvl3pPr>
              <a:defRPr sz="2100" b="0">
                <a:solidFill>
                  <a:srgbClr val="ACC5CC"/>
                </a:solidFill>
                <a:latin typeface="Segoe UI"/>
                <a:ea typeface="Segoe UI"/>
                <a:cs typeface="Segoe UI"/>
              </a:defRPr>
            </a:lvl3pPr>
            <a:lvl4pPr>
              <a:defRPr sz="2100" b="0">
                <a:solidFill>
                  <a:srgbClr val="ACC5CC"/>
                </a:solidFill>
                <a:latin typeface="Segoe UI"/>
                <a:ea typeface="Segoe UI"/>
                <a:cs typeface="Segoe UI"/>
              </a:defRPr>
            </a:lvl4pPr>
            <a:lvl5pPr>
              <a:defRPr sz="2100" b="0">
                <a:solidFill>
                  <a:srgbClr val="ACC5CC"/>
                </a:solidFill>
                <a:latin typeface="Segoe UI"/>
                <a:ea typeface="Segoe UI"/>
                <a:cs typeface="Segoe UI"/>
              </a:defRPr>
            </a:lvl5pPr>
            <a:lvl6pPr>
              <a:defRPr sz="2100" b="0">
                <a:solidFill>
                  <a:srgbClr val="ACC5CC"/>
                </a:solidFill>
                <a:latin typeface="Segoe UI"/>
                <a:ea typeface="Segoe UI"/>
                <a:cs typeface="Segoe UI"/>
              </a:defRPr>
            </a:lvl6pPr>
            <a:lvl7pPr>
              <a:defRPr sz="2100" b="0">
                <a:solidFill>
                  <a:srgbClr val="ACC5CC"/>
                </a:solidFill>
                <a:latin typeface="Segoe UI"/>
                <a:ea typeface="Segoe UI"/>
                <a:cs typeface="Segoe UI"/>
              </a:defRPr>
            </a:lvl7pPr>
            <a:lvl8pPr>
              <a:defRPr sz="2100" b="0">
                <a:solidFill>
                  <a:srgbClr val="ACC5CC"/>
                </a:solidFill>
                <a:latin typeface="Segoe UI"/>
                <a:ea typeface="Segoe UI"/>
                <a:cs typeface="Segoe UI"/>
              </a:defRPr>
            </a:lvl8pPr>
            <a:lvl9pPr>
              <a:defRPr sz="2100" b="0">
                <a:solidFill>
                  <a:srgbClr val="ACC5CC"/>
                </a:solidFill>
                <a:latin typeface="Segoe UI"/>
                <a:ea typeface="Segoe UI"/>
                <a:cs typeface="Segoe UI"/>
              </a:defRPr>
            </a:lvl9pPr>
          </a:lstStyle>
          <a:p xmlns:a="http://schemas.openxmlformats.org/drawingml/2006/main">
            <a:pPr>
              <a:defRPr sz="2100" b="0">
                <a:solidFill>
                  <a:srgbClr val="ACC5CC"/>
                </a:solidFill>
                <a:latin typeface="Segoe UI"/>
                <a:ea typeface="Segoe UI"/>
                <a:cs typeface="Segoe UI"/>
              </a:defRPr>
            </a:pPr>
            <a:r>
              <a:rPr sz="2100" b="0">
                <a:solidFill>
                  <a:srgbClr val="ACC5CC"/>
                </a:solidFill>
                <a:latin typeface="Segoe UI"/>
                <a:ea typeface="Segoe UI"/>
                <a:cs typeface="Segoe UI"/>
              </a:rPr>
              <a:t>2 kat hızda ortalama model riski %13,05 azaldı.</a:t>
            </a:r>
          </a:p>
          <a:p xmlns:a="http://schemas.openxmlformats.org/drawingml/2006/main">
            <a:pPr>
              <a:defRPr sz="2100" b="0">
                <a:solidFill>
                  <a:srgbClr val="ACC5CC"/>
                </a:solidFill>
                <a:latin typeface="Segoe UI"/>
                <a:ea typeface="Segoe UI"/>
                <a:cs typeface="Segoe UI"/>
              </a:defRPr>
            </a:pPr>
            <a:r>
              <a:rPr sz="2100" b="0">
                <a:solidFill>
                  <a:srgbClr val="ACC5CC"/>
                </a:solidFill>
                <a:latin typeface="Segoe UI"/>
                <a:ea typeface="Segoe UI"/>
                <a:cs typeface="Segoe UI"/>
              </a:rPr>
              <a:t>Süre ve toplam maliyet F biraz arttı.</a:t>
            </a:r>
          </a:p>
        </p:txBody>
      </p:sp>
      <p:sp>
        <p:nvSpPr>
          <p:cNvPr id="9" name="">
            <a:extLst xmlns:a="http://schemas.openxmlformats.org/drawingml/2006/main">
              <a:ext uri="{FF2B5EF4-FFF2-40B4-BE49-F238E27FC236}">
                <a16:creationId xmlns:a16="http://schemas.microsoft.com/office/drawing/2014/main" id="{2A4CF99E-AEBF-466C-BDD1-B4C89CADD43F}"/>
              </a:ext>
            </a:extLst>
          </p:cNvPr>
          <p:cNvSpPr>
            <a:spLocks xmlns:a="http://schemas.openxmlformats.org/drawingml/2006/main" noGrp="1"/>
          </p:cNvSpPr>
          <p:nvPr/>
        </p:nvSpPr>
        <p:spPr>
          <a:xfrm xmlns:a="http://schemas.openxmlformats.org/drawingml/2006/main">
            <a:off x="628650" y="4762500"/>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75" b="1">
                <a:solidFill>
                  <a:srgbClr val="F7FBFC"/>
                </a:solidFill>
                <a:latin typeface="Segoe UI"/>
                <a:ea typeface="Segoe UI"/>
                <a:cs typeface="Segoe UI"/>
              </a:defRPr>
            </a:defPPr>
            <a:lvl1pPr>
              <a:defRPr sz="2775" b="1">
                <a:solidFill>
                  <a:srgbClr val="F7FBFC"/>
                </a:solidFill>
                <a:latin typeface="Segoe UI"/>
                <a:ea typeface="Segoe UI"/>
                <a:cs typeface="Segoe UI"/>
              </a:defRPr>
            </a:lvl1pPr>
            <a:lvl2pPr>
              <a:defRPr sz="2775" b="1">
                <a:solidFill>
                  <a:srgbClr val="F7FBFC"/>
                </a:solidFill>
                <a:latin typeface="Segoe UI"/>
                <a:ea typeface="Segoe UI"/>
                <a:cs typeface="Segoe UI"/>
              </a:defRPr>
            </a:lvl2pPr>
            <a:lvl3pPr>
              <a:defRPr sz="2775" b="1">
                <a:solidFill>
                  <a:srgbClr val="F7FBFC"/>
                </a:solidFill>
                <a:latin typeface="Segoe UI"/>
                <a:ea typeface="Segoe UI"/>
                <a:cs typeface="Segoe UI"/>
              </a:defRPr>
            </a:lvl3pPr>
            <a:lvl4pPr>
              <a:defRPr sz="2775" b="1">
                <a:solidFill>
                  <a:srgbClr val="F7FBFC"/>
                </a:solidFill>
                <a:latin typeface="Segoe UI"/>
                <a:ea typeface="Segoe UI"/>
                <a:cs typeface="Segoe UI"/>
              </a:defRPr>
            </a:lvl4pPr>
            <a:lvl5pPr>
              <a:defRPr sz="2775" b="1">
                <a:solidFill>
                  <a:srgbClr val="F7FBFC"/>
                </a:solidFill>
                <a:latin typeface="Segoe UI"/>
                <a:ea typeface="Segoe UI"/>
                <a:cs typeface="Segoe UI"/>
              </a:defRPr>
            </a:lvl5pPr>
            <a:lvl6pPr>
              <a:defRPr sz="2775" b="1">
                <a:solidFill>
                  <a:srgbClr val="F7FBFC"/>
                </a:solidFill>
                <a:latin typeface="Segoe UI"/>
                <a:ea typeface="Segoe UI"/>
                <a:cs typeface="Segoe UI"/>
              </a:defRPr>
            </a:lvl6pPr>
            <a:lvl7pPr>
              <a:defRPr sz="2775" b="1">
                <a:solidFill>
                  <a:srgbClr val="F7FBFC"/>
                </a:solidFill>
                <a:latin typeface="Segoe UI"/>
                <a:ea typeface="Segoe UI"/>
                <a:cs typeface="Segoe UI"/>
              </a:defRPr>
            </a:lvl7pPr>
            <a:lvl8pPr>
              <a:defRPr sz="2775" b="1">
                <a:solidFill>
                  <a:srgbClr val="F7FBFC"/>
                </a:solidFill>
                <a:latin typeface="Segoe UI"/>
                <a:ea typeface="Segoe UI"/>
                <a:cs typeface="Segoe UI"/>
              </a:defRPr>
            </a:lvl8pPr>
            <a:lvl9pPr>
              <a:defRPr sz="2775" b="1">
                <a:solidFill>
                  <a:srgbClr val="F7FBFC"/>
                </a:solidFill>
                <a:latin typeface="Segoe UI"/>
                <a:ea typeface="Segoe UI"/>
                <a:cs typeface="Segoe UI"/>
              </a:defRPr>
            </a:lvl9pPr>
          </a:lstStyle>
          <a:p xmlns:a="http://schemas.openxmlformats.org/drawingml/2006/main">
            <a:pPr>
              <a:defRPr sz="2775" b="1">
                <a:solidFill>
                  <a:srgbClr val="F7FBFC"/>
                </a:solidFill>
                <a:latin typeface="Segoe UI"/>
                <a:ea typeface="Segoe UI"/>
                <a:cs typeface="Segoe UI"/>
              </a:defRPr>
            </a:pPr>
            <a:r>
              <a:rPr sz="2775" b="1">
                <a:solidFill>
                  <a:srgbClr val="F7FBFC"/>
                </a:solidFill>
                <a:latin typeface="Segoe UI"/>
                <a:ea typeface="Segoe UI"/>
                <a:cs typeface="Segoe UI"/>
              </a:rPr>
              <a:t>Daha hızlı oran çözümü</a:t>
            </a:r>
          </a:p>
        </p:txBody>
      </p:sp>
      <p:sp>
        <p:nvSpPr>
          <p:cNvPr id="10" name="">
            <a:extLst xmlns:a="http://schemas.openxmlformats.org/drawingml/2006/main">
              <a:ext uri="{FF2B5EF4-FFF2-40B4-BE49-F238E27FC236}">
                <a16:creationId xmlns:a16="http://schemas.microsoft.com/office/drawing/2014/main" id="{61ACB4BD-B8DF-4C97-9B45-D8FA8E512FBF}"/>
              </a:ext>
            </a:extLst>
          </p:cNvPr>
          <p:cNvSpPr>
            <a:spLocks xmlns:a="http://schemas.openxmlformats.org/drawingml/2006/main" noGrp="1"/>
          </p:cNvSpPr>
          <p:nvPr/>
        </p:nvSpPr>
        <p:spPr>
          <a:xfrm xmlns:a="http://schemas.openxmlformats.org/drawingml/2006/main">
            <a:off x="628650" y="5353050"/>
            <a:ext cx="10858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ACC5CC"/>
                </a:solidFill>
                <a:latin typeface="Segoe UI"/>
                <a:ea typeface="Segoe UI"/>
                <a:cs typeface="Segoe UI"/>
              </a:defRPr>
            </a:defPPr>
            <a:lvl1pPr>
              <a:defRPr sz="2100" b="0">
                <a:solidFill>
                  <a:srgbClr val="ACC5CC"/>
                </a:solidFill>
                <a:latin typeface="Segoe UI"/>
                <a:ea typeface="Segoe UI"/>
                <a:cs typeface="Segoe UI"/>
              </a:defRPr>
            </a:lvl1pPr>
            <a:lvl2pPr>
              <a:defRPr sz="2100" b="0">
                <a:solidFill>
                  <a:srgbClr val="ACC5CC"/>
                </a:solidFill>
                <a:latin typeface="Segoe UI"/>
                <a:ea typeface="Segoe UI"/>
                <a:cs typeface="Segoe UI"/>
              </a:defRPr>
            </a:lvl2pPr>
            <a:lvl3pPr>
              <a:defRPr sz="2100" b="0">
                <a:solidFill>
                  <a:srgbClr val="ACC5CC"/>
                </a:solidFill>
                <a:latin typeface="Segoe UI"/>
                <a:ea typeface="Segoe UI"/>
                <a:cs typeface="Segoe UI"/>
              </a:defRPr>
            </a:lvl3pPr>
            <a:lvl4pPr>
              <a:defRPr sz="2100" b="0">
                <a:solidFill>
                  <a:srgbClr val="ACC5CC"/>
                </a:solidFill>
                <a:latin typeface="Segoe UI"/>
                <a:ea typeface="Segoe UI"/>
                <a:cs typeface="Segoe UI"/>
              </a:defRPr>
            </a:lvl4pPr>
            <a:lvl5pPr>
              <a:defRPr sz="2100" b="0">
                <a:solidFill>
                  <a:srgbClr val="ACC5CC"/>
                </a:solidFill>
                <a:latin typeface="Segoe UI"/>
                <a:ea typeface="Segoe UI"/>
                <a:cs typeface="Segoe UI"/>
              </a:defRPr>
            </a:lvl5pPr>
            <a:lvl6pPr>
              <a:defRPr sz="2100" b="0">
                <a:solidFill>
                  <a:srgbClr val="ACC5CC"/>
                </a:solidFill>
                <a:latin typeface="Segoe UI"/>
                <a:ea typeface="Segoe UI"/>
                <a:cs typeface="Segoe UI"/>
              </a:defRPr>
            </a:lvl6pPr>
            <a:lvl7pPr>
              <a:defRPr sz="2100" b="0">
                <a:solidFill>
                  <a:srgbClr val="ACC5CC"/>
                </a:solidFill>
                <a:latin typeface="Segoe UI"/>
                <a:ea typeface="Segoe UI"/>
                <a:cs typeface="Segoe UI"/>
              </a:defRPr>
            </a:lvl7pPr>
            <a:lvl8pPr>
              <a:defRPr sz="2100" b="0">
                <a:solidFill>
                  <a:srgbClr val="ACC5CC"/>
                </a:solidFill>
                <a:latin typeface="Segoe UI"/>
                <a:ea typeface="Segoe UI"/>
                <a:cs typeface="Segoe UI"/>
              </a:defRPr>
            </a:lvl8pPr>
            <a:lvl9pPr>
              <a:defRPr sz="2100" b="0">
                <a:solidFill>
                  <a:srgbClr val="ACC5CC"/>
                </a:solidFill>
                <a:latin typeface="Segoe UI"/>
                <a:ea typeface="Segoe UI"/>
                <a:cs typeface="Segoe UI"/>
              </a:defRPr>
            </a:lvl9pPr>
          </a:lstStyle>
          <a:p xmlns:a="http://schemas.openxmlformats.org/drawingml/2006/main">
            <a:pPr>
              <a:defRPr sz="2100" b="0">
                <a:solidFill>
                  <a:srgbClr val="ACC5CC"/>
                </a:solidFill>
                <a:latin typeface="Segoe UI"/>
                <a:ea typeface="Segoe UI"/>
                <a:cs typeface="Segoe UI"/>
              </a:defRPr>
            </a:pPr>
            <a:r>
              <a:rPr sz="2100" b="0">
                <a:solidFill>
                  <a:srgbClr val="ACC5CC"/>
                </a:solidFill>
                <a:latin typeface="Segoe UI"/>
                <a:ea typeface="Segoe UI"/>
                <a:cs typeface="Segoe UI"/>
              </a:rPr>
              <a:t>Analitik akışta plan arama süresi yaklaşık 51,68 kat kısaldı.</a:t>
            </a:r>
          </a:p>
        </p:txBody>
      </p:sp>
    </p:spTree>
    <p:extLst>
      <p:ext uri="{BB962C8B-B14F-4D97-AF65-F5344CB8AC3E}">
        <p14:creationId xmlns:p14="http://schemas.microsoft.com/office/powerpoint/2010/main" val="171239659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Segoe UI"/>
        <a:ea typeface=""/>
        <a:cs typeface=""/>
      </a:majorFont>
      <a:minorFont>
        <a:latin typeface="Segoe UI"/>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2026-10-25T20:51:47.5490000Z</dcterms:created>
  <dcterms:modified xsi:type="dcterms:W3CDTF">2026-10-25T20:51:47.5490000Z</dcterms:modified>
</coreProperties>
</file>